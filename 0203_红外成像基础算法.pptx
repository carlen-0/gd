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tx1"/>
            </a:gs>
            <a:gs pos="0">
              <a:schemeClr val="tx1">
                <a:lumMod val="25000"/>
                <a:lumOff val="75000"/>
              </a:schemeClr>
            </a:gs>
            <a:gs pos="100000">
              <a:schemeClr val="tx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GIF"/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图像去噪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5360" y="1000104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高斯滤波去噪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就是对整幅图像像素值进行加权平均，针对每一个像素点的值，都由其本身值和邻域内的其他像素值经过加权平均后得到，二维高斯分布公式如下。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4" descr="https://bkimg.cdn.bcebos.com/formula/d5f0131cb7b6b89a965b5862984fb484.svg"/>
          <p:cNvSpPr>
            <a:spLocks noChangeAspect="1" noChangeArrowheads="1"/>
          </p:cNvSpPr>
          <p:nvPr/>
        </p:nvSpPr>
        <p:spPr bwMode="auto">
          <a:xfrm>
            <a:off x="3169856" y="2772077"/>
            <a:ext cx="1907977" cy="190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342169" y="2331673"/>
                <a:ext cx="3593163" cy="914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zh-CN" altLang="en-US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zh-CN" altLang="en-US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169" y="2331673"/>
                <a:ext cx="3593163" cy="914802"/>
              </a:xfrm>
              <a:prstGeom prst="rect">
                <a:avLst/>
              </a:prstGeom>
              <a:blipFill rotWithShape="1">
                <a:blip r:embed="rId3"/>
                <a:stretch>
                  <a:fillRect l="-8" t="-64" r="17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https://bkimg.cdn.bcebos.com/pic/e61190ef76c6a7ef120b3212fcfaaf51f3de66d1?x-bce-process=image/watermark,image_d2F0ZXIvYmFpa2U4MA==,g_7,xp_5,yp_5/format,f_au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040" y="855876"/>
            <a:ext cx="3747977" cy="299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在这里插入图片描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581" y="3362750"/>
            <a:ext cx="1962186" cy="137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966" y="4802471"/>
            <a:ext cx="7007719" cy="19034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851" y="3445874"/>
            <a:ext cx="2704271" cy="1206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062" y="5013176"/>
            <a:ext cx="2702060" cy="120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图像去噪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4" descr="https://bkimg.cdn.bcebos.com/formula/d5f0131cb7b6b89a965b5862984fb484.svg"/>
          <p:cNvSpPr>
            <a:spLocks noChangeAspect="1" noChangeArrowheads="1"/>
          </p:cNvSpPr>
          <p:nvPr/>
        </p:nvSpPr>
        <p:spPr bwMode="auto">
          <a:xfrm>
            <a:off x="5111930" y="4139859"/>
            <a:ext cx="1164004" cy="45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小波分解</a:t>
            </a:r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5549" y="1000104"/>
            <a:ext cx="82087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小波去噪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基本思想是将图像经小波分解后，图像信号的小波系数较大，噪声的小波系数较小，并且噪声的小波系数要小于信号的小波系数，通过选取一个合适的阀值，大于阀值的小波系数被认为是有信号产生的，应予以保留，小于阀值的则认为是噪声产生的，置为零从而达到去噪的目的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2" y="1091392"/>
            <a:ext cx="3176119" cy="18477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48" y="3267629"/>
            <a:ext cx="3623172" cy="28636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61" y="3267629"/>
            <a:ext cx="3818242" cy="2863681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4999467" y="4365104"/>
            <a:ext cx="1672597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图像去噪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4" descr="https://bkimg.cdn.bcebos.com/formula/d5f0131cb7b6b89a965b5862984fb484.svg"/>
          <p:cNvSpPr>
            <a:spLocks noChangeAspect="1" noChangeArrowheads="1"/>
          </p:cNvSpPr>
          <p:nvPr/>
        </p:nvSpPr>
        <p:spPr bwMode="auto">
          <a:xfrm>
            <a:off x="3169856" y="2772077"/>
            <a:ext cx="1907977" cy="190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050" name="Picture 2" descr="https://img-blog.csdn.net/20160608105319237?watermark/2/text/aHR0cDovL2Jsb2cuY3Nkbi5uZXQv/font/5a6L5L2T/fontsize/400/fill/I0JBQkFCMA==/dissolve/70/gravity/Cen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3808917"/>
            <a:ext cx="6572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img-blog.csdnimg.cn/20200728130403781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388" y="2915046"/>
            <a:ext cx="3641875" cy="334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69911" y="822450"/>
            <a:ext cx="1079464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>
                <a:solidFill>
                  <a:srgbClr val="FF0000"/>
                </a:solidFill>
              </a:rPr>
              <a:t>BM3D(Block-Matching and 3D filtering)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去噪算法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的基本思想是利用图像中存在很多冗余的相似结构信息，采用图像块匹配的方式对这些相似的结构进行搜索，然后对其正交变换，得到它们的一个稀疏表示，充分利用稀疏性和结构相似性，进行滤波处理，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BM3D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的去噪能够充分保留图像的结构和细节，得到很好的信噪比。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图像去噪效果图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4" descr="https://bkimg.cdn.bcebos.com/formula/d5f0131cb7b6b89a965b5862984fb484.svg"/>
          <p:cNvSpPr>
            <a:spLocks noChangeAspect="1" noChangeArrowheads="1"/>
          </p:cNvSpPr>
          <p:nvPr/>
        </p:nvSpPr>
        <p:spPr bwMode="auto">
          <a:xfrm>
            <a:off x="3169856" y="2772077"/>
            <a:ext cx="1907977" cy="190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99" y="866073"/>
            <a:ext cx="3786173" cy="28396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98" y="3878537"/>
            <a:ext cx="3786174" cy="283963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9" y="866073"/>
            <a:ext cx="3767137" cy="282535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9" y="3855590"/>
            <a:ext cx="3808509" cy="285638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11824" y="1556792"/>
            <a:ext cx="4154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原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图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54523" y="1685723"/>
            <a:ext cx="415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高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斯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81188" y="4695016"/>
            <a:ext cx="415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波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168170" y="4556516"/>
            <a:ext cx="3770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M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3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D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WPS 演示</Application>
  <PresentationFormat>宽屏</PresentationFormat>
  <Paragraphs>36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Carlen</cp:lastModifiedBy>
  <cp:revision>155</cp:revision>
  <dcterms:created xsi:type="dcterms:W3CDTF">2019-06-19T02:08:00Z</dcterms:created>
  <dcterms:modified xsi:type="dcterms:W3CDTF">2025-04-25T03:43:00Z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7A3FFD0A9CEA44BF9F9F2547741BA994_11</vt:lpwstr>
  </property>
</Properties>
</file>