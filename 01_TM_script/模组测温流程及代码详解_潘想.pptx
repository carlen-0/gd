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olors1.xml" ContentType="application/vnd.ms-office.chartcolorstyle+xml"/>
  <Override PartName="/ppt/charts/colors2.xml" ContentType="application/vnd.ms-office.chartcolorstyle+xml"/>
  <Override PartName="/ppt/charts/style1.xml" ContentType="application/vnd.ms-office.chartstyle+xml"/>
  <Override PartName="/ppt/charts/style2.xml" ContentType="application/vnd.ms-office.chartstyle+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notesMasterIdLst>
    <p:notesMasterId r:id="rId5"/>
  </p:notesMasterIdLst>
  <p:handoutMasterIdLst>
    <p:handoutMasterId r:id="rId28"/>
  </p:handoutMasterIdLst>
  <p:sldIdLst>
    <p:sldId id="365" r:id="rId4"/>
    <p:sldId id="257" r:id="rId6"/>
    <p:sldId id="531" r:id="rId7"/>
    <p:sldId id="562" r:id="rId8"/>
    <p:sldId id="563" r:id="rId9"/>
    <p:sldId id="564" r:id="rId10"/>
    <p:sldId id="565" r:id="rId11"/>
    <p:sldId id="566" r:id="rId12"/>
    <p:sldId id="567" r:id="rId13"/>
    <p:sldId id="568" r:id="rId14"/>
    <p:sldId id="569" r:id="rId15"/>
    <p:sldId id="570" r:id="rId16"/>
    <p:sldId id="571" r:id="rId17"/>
    <p:sldId id="593" r:id="rId18"/>
    <p:sldId id="595" r:id="rId19"/>
    <p:sldId id="572" r:id="rId20"/>
    <p:sldId id="598" r:id="rId21"/>
    <p:sldId id="599" r:id="rId22"/>
    <p:sldId id="600" r:id="rId23"/>
    <p:sldId id="601" r:id="rId24"/>
    <p:sldId id="602" r:id="rId25"/>
    <p:sldId id="603" r:id="rId26"/>
    <p:sldId id="549" r:id="rId27"/>
  </p:sldIdLst>
  <p:sldSz cx="12192000" cy="6858000"/>
  <p:notesSz cx="6858000" cy="9144000"/>
  <p:custDataLst>
    <p:tags r:id="rId33"/>
  </p:custDataLst>
  <p:defaultTex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defaultTextStyle>
  <p:extLst>
    <p:ext uri="{521415D9-36F7-43E2-AB2F-B90AF26B5E84}">
      <p14:sectionLst xmlns:p14="http://schemas.microsoft.com/office/powerpoint/2010/main">
        <p14:section name="默认节" id="{e4fb7ff3-19da-47c8-898e-7335cb4d88f3}">
          <p14:sldIdLst>
            <p14:sldId id="365"/>
            <p14:sldId id="531"/>
            <p14:sldId id="562"/>
            <p14:sldId id="563"/>
            <p14:sldId id="566"/>
            <p14:sldId id="567"/>
            <p14:sldId id="568"/>
            <p14:sldId id="569"/>
            <p14:sldId id="570"/>
            <p14:sldId id="593"/>
            <p14:sldId id="595"/>
            <p14:sldId id="572"/>
            <p14:sldId id="598"/>
            <p14:sldId id="600"/>
            <p14:sldId id="601"/>
            <p14:sldId id="602"/>
            <p14:sldId id="603"/>
            <p14:sldId id="564"/>
            <p14:sldId id="565"/>
            <p14:sldId id="571"/>
            <p14:sldId id="599"/>
            <p14:sldId id="257"/>
          </p14:sldIdLst>
        </p14:section>
        <p14:section name="无标题节" id="{a21708a8-f5b0-413f-a734-aa2887b0f52a}">
          <p14:sldIdLst/>
        </p14:section>
        <p14:section name="无标题节" id="{fecef4d7-7c7c-4b53-b786-111897a1d7ae}">
          <p14:sldIdLst>
            <p14:sldId id="549"/>
          </p14:sldIdLst>
        </p14:section>
      </p14:section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10501my2" initials="1" lastIdx="2" clrIdx="0"/>
  <p:cmAuthor id="2" name="01177zp2" initials="0" lastIdx="1" clrIdx="1"/>
  <p:cmAuthor id="3" name="02081tyd" initials="0" lastIdx="1" clrIdx="2"/>
  <p:cmAuthor id="4" name="05621wzp-3" initials="0" lastIdx="1" clrIdx="3"/>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595959"/>
    <a:srgbClr val="DCDCDC"/>
    <a:srgbClr val="E6E6E6"/>
    <a:srgbClr val="EAEAEA"/>
    <a:srgbClr val="404040"/>
    <a:srgbClr val="CECECE"/>
    <a:srgbClr val="CCD0E0"/>
    <a:srgbClr val="363636"/>
    <a:srgbClr val="74309F"/>
    <a:srgbClr val="F0E7E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howGuides="1">
      <p:cViewPr varScale="1">
        <p:scale>
          <a:sx n="89" d="100"/>
          <a:sy n="89" d="100"/>
        </p:scale>
        <p:origin x="174" y="96"/>
      </p:cViewPr>
      <p:guideLst>
        <p:guide orient="horz" pos="2318"/>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3" Type="http://schemas.openxmlformats.org/officeDocument/2006/relationships/tags" Target="tags/tag5.xml"/><Relationship Id="rId32" Type="http://schemas.openxmlformats.org/officeDocument/2006/relationships/commentAuthors" Target="commentAuthors.xml"/><Relationship Id="rId31" Type="http://schemas.openxmlformats.org/officeDocument/2006/relationships/tableStyles" Target="tableStyles.xml"/><Relationship Id="rId30" Type="http://schemas.openxmlformats.org/officeDocument/2006/relationships/viewProps" Target="viewProps.xml"/><Relationship Id="rId3" Type="http://schemas.openxmlformats.org/officeDocument/2006/relationships/slideMaster" Target="slideMasters/slideMaster2.xml"/><Relationship Id="rId29" Type="http://schemas.openxmlformats.org/officeDocument/2006/relationships/presProps" Target="presProps.xml"/><Relationship Id="rId28" Type="http://schemas.openxmlformats.org/officeDocument/2006/relationships/handoutMaster" Target="handoutMasters/handoutMaster1.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3" Type="http://schemas.microsoft.com/office/2011/relationships/chartColorStyle" Target="colors1.xml"/><Relationship Id="rId2" Type="http://schemas.microsoft.com/office/2011/relationships/chartStyle" Target="style1.xml"/><Relationship Id="rId1" Type="http://schemas.openxmlformats.org/officeDocument/2006/relationships/oleObject" Target="&#24037;&#20316;&#31807;3" TargetMode="External"/></Relationships>
</file>

<file path=ppt/charts/_rels/chart2.xml.rels><?xml version="1.0" encoding="UTF-8" standalone="yes"?>
<Relationships xmlns="http://schemas.openxmlformats.org/package/2006/relationships"><Relationship Id="rId3" Type="http://schemas.microsoft.com/office/2011/relationships/chartColorStyle" Target="colors2.xml"/><Relationship Id="rId2" Type="http://schemas.microsoft.com/office/2011/relationships/chartStyle" Target="style2.xml"/><Relationship Id="rId1" Type="http://schemas.openxmlformats.org/officeDocument/2006/relationships/oleObject" Target="&#24037;&#20316;&#31807;3"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defTabSz="914400">
              <a:defRPr lang="zh-CN" sz="1400" b="0" i="0" u="none" strike="noStrike" kern="1200" spc="0" baseline="0">
                <a:solidFill>
                  <a:schemeClr val="tx1">
                    <a:lumMod val="65000"/>
                    <a:lumOff val="35000"/>
                  </a:schemeClr>
                </a:solidFill>
                <a:latin typeface="+mn-lt"/>
                <a:ea typeface="+mn-ea"/>
                <a:cs typeface="+mn-cs"/>
              </a:defRPr>
            </a:pPr>
            <a:r>
              <a:t>未做快门温漂修正时的温度</a:t>
            </a:r>
          </a:p>
        </c:rich>
      </c:tx>
      <c:layout/>
      <c:overlay val="0"/>
      <c:spPr>
        <a:noFill/>
        <a:ln>
          <a:noFill/>
        </a:ln>
        <a:effectLst/>
      </c:spPr>
    </c:title>
    <c:autoTitleDeleted val="0"/>
    <c:plotArea>
      <c:layout/>
      <c:lineChart>
        <c:grouping val="standard"/>
        <c:varyColors val="0"/>
        <c:ser>
          <c:idx val="0"/>
          <c:order val="0"/>
          <c:tx>
            <c:strRef>
              <c:f>[工作簿3]Sheet1!$O$1</c:f>
              <c:strCache>
                <c:ptCount val="1"/>
                <c:pt idx="0">
                  <c:v>温度</c:v>
                </c:pt>
              </c:strCache>
            </c:strRef>
          </c:tx>
          <c:spPr>
            <a:ln w="28575" cap="rnd">
              <a:solidFill>
                <a:schemeClr val="accent1"/>
              </a:solidFill>
              <a:round/>
            </a:ln>
            <a:effectLst/>
          </c:spPr>
          <c:marker>
            <c:symbol val="none"/>
          </c:marker>
          <c:dLbls>
            <c:delete val="1"/>
          </c:dLbls>
          <c:val>
            <c:numRef>
              <c:f>[工作簿3]Sheet1!$O$2:$O$1769</c:f>
              <c:numCache>
                <c:formatCode>General</c:formatCode>
                <c:ptCount val="1768"/>
                <c:pt idx="0">
                  <c:v>26.2</c:v>
                </c:pt>
                <c:pt idx="1">
                  <c:v>26.2</c:v>
                </c:pt>
                <c:pt idx="2">
                  <c:v>26.3</c:v>
                </c:pt>
                <c:pt idx="3">
                  <c:v>26.4</c:v>
                </c:pt>
                <c:pt idx="4">
                  <c:v>26.4</c:v>
                </c:pt>
                <c:pt idx="5">
                  <c:v>26.5</c:v>
                </c:pt>
                <c:pt idx="6">
                  <c:v>26.5</c:v>
                </c:pt>
                <c:pt idx="7">
                  <c:v>26.6</c:v>
                </c:pt>
                <c:pt idx="8">
                  <c:v>26.9</c:v>
                </c:pt>
                <c:pt idx="9">
                  <c:v>27</c:v>
                </c:pt>
                <c:pt idx="10">
                  <c:v>27</c:v>
                </c:pt>
                <c:pt idx="11">
                  <c:v>27.1</c:v>
                </c:pt>
                <c:pt idx="12">
                  <c:v>27.2</c:v>
                </c:pt>
                <c:pt idx="13">
                  <c:v>27.2</c:v>
                </c:pt>
                <c:pt idx="14">
                  <c:v>27.2</c:v>
                </c:pt>
                <c:pt idx="15">
                  <c:v>27.2</c:v>
                </c:pt>
                <c:pt idx="16">
                  <c:v>27.4</c:v>
                </c:pt>
                <c:pt idx="17">
                  <c:v>27.4</c:v>
                </c:pt>
                <c:pt idx="18">
                  <c:v>27.4</c:v>
                </c:pt>
                <c:pt idx="19">
                  <c:v>25.9</c:v>
                </c:pt>
                <c:pt idx="20">
                  <c:v>25.9</c:v>
                </c:pt>
                <c:pt idx="21">
                  <c:v>25.9</c:v>
                </c:pt>
                <c:pt idx="22">
                  <c:v>25.9</c:v>
                </c:pt>
                <c:pt idx="23">
                  <c:v>25.9</c:v>
                </c:pt>
                <c:pt idx="24">
                  <c:v>26</c:v>
                </c:pt>
                <c:pt idx="25">
                  <c:v>26</c:v>
                </c:pt>
                <c:pt idx="26">
                  <c:v>26.1</c:v>
                </c:pt>
                <c:pt idx="27">
                  <c:v>26.2</c:v>
                </c:pt>
                <c:pt idx="28">
                  <c:v>26.2</c:v>
                </c:pt>
                <c:pt idx="29">
                  <c:v>26.3</c:v>
                </c:pt>
                <c:pt idx="30">
                  <c:v>26.3</c:v>
                </c:pt>
                <c:pt idx="31">
                  <c:v>26.4</c:v>
                </c:pt>
                <c:pt idx="32">
                  <c:v>26.4</c:v>
                </c:pt>
                <c:pt idx="33">
                  <c:v>26.5</c:v>
                </c:pt>
                <c:pt idx="34">
                  <c:v>26.5</c:v>
                </c:pt>
                <c:pt idx="35">
                  <c:v>26.5</c:v>
                </c:pt>
                <c:pt idx="36">
                  <c:v>26.5</c:v>
                </c:pt>
                <c:pt idx="37">
                  <c:v>26.6</c:v>
                </c:pt>
                <c:pt idx="38">
                  <c:v>26.6</c:v>
                </c:pt>
                <c:pt idx="39">
                  <c:v>26.7</c:v>
                </c:pt>
                <c:pt idx="40">
                  <c:v>26.7</c:v>
                </c:pt>
                <c:pt idx="41">
                  <c:v>26.7</c:v>
                </c:pt>
                <c:pt idx="42">
                  <c:v>26.7</c:v>
                </c:pt>
                <c:pt idx="43">
                  <c:v>26.7</c:v>
                </c:pt>
                <c:pt idx="44">
                  <c:v>27</c:v>
                </c:pt>
                <c:pt idx="45">
                  <c:v>27</c:v>
                </c:pt>
                <c:pt idx="46">
                  <c:v>27.1</c:v>
                </c:pt>
                <c:pt idx="47">
                  <c:v>27.2</c:v>
                </c:pt>
                <c:pt idx="48">
                  <c:v>27.2</c:v>
                </c:pt>
                <c:pt idx="49">
                  <c:v>27.2</c:v>
                </c:pt>
                <c:pt idx="50">
                  <c:v>27.2</c:v>
                </c:pt>
                <c:pt idx="51">
                  <c:v>27.2</c:v>
                </c:pt>
                <c:pt idx="52">
                  <c:v>27.4</c:v>
                </c:pt>
                <c:pt idx="53">
                  <c:v>27.4</c:v>
                </c:pt>
                <c:pt idx="54">
                  <c:v>27.4</c:v>
                </c:pt>
                <c:pt idx="55">
                  <c:v>27.4</c:v>
                </c:pt>
                <c:pt idx="56">
                  <c:v>27.5</c:v>
                </c:pt>
                <c:pt idx="57">
                  <c:v>26</c:v>
                </c:pt>
                <c:pt idx="58">
                  <c:v>26</c:v>
                </c:pt>
                <c:pt idx="59">
                  <c:v>26.1</c:v>
                </c:pt>
                <c:pt idx="60">
                  <c:v>26.1</c:v>
                </c:pt>
                <c:pt idx="61">
                  <c:v>26.2</c:v>
                </c:pt>
                <c:pt idx="62">
                  <c:v>26.2</c:v>
                </c:pt>
                <c:pt idx="63">
                  <c:v>26.2</c:v>
                </c:pt>
                <c:pt idx="64">
                  <c:v>26.2</c:v>
                </c:pt>
                <c:pt idx="65">
                  <c:v>26.3</c:v>
                </c:pt>
                <c:pt idx="66">
                  <c:v>26.3</c:v>
                </c:pt>
                <c:pt idx="67">
                  <c:v>26.3</c:v>
                </c:pt>
                <c:pt idx="68">
                  <c:v>26.4</c:v>
                </c:pt>
                <c:pt idx="69">
                  <c:v>26.4</c:v>
                </c:pt>
                <c:pt idx="70">
                  <c:v>26.5</c:v>
                </c:pt>
                <c:pt idx="71">
                  <c:v>26.6</c:v>
                </c:pt>
                <c:pt idx="72">
                  <c:v>26.6</c:v>
                </c:pt>
                <c:pt idx="73">
                  <c:v>26.7</c:v>
                </c:pt>
                <c:pt idx="74">
                  <c:v>26.7</c:v>
                </c:pt>
                <c:pt idx="75">
                  <c:v>26.7</c:v>
                </c:pt>
                <c:pt idx="76">
                  <c:v>26.9</c:v>
                </c:pt>
                <c:pt idx="77">
                  <c:v>26.9</c:v>
                </c:pt>
                <c:pt idx="78">
                  <c:v>27</c:v>
                </c:pt>
                <c:pt idx="79">
                  <c:v>27</c:v>
                </c:pt>
                <c:pt idx="80">
                  <c:v>27</c:v>
                </c:pt>
                <c:pt idx="81">
                  <c:v>27.1</c:v>
                </c:pt>
                <c:pt idx="82">
                  <c:v>27.1</c:v>
                </c:pt>
                <c:pt idx="83">
                  <c:v>27.2</c:v>
                </c:pt>
                <c:pt idx="84">
                  <c:v>27.2</c:v>
                </c:pt>
                <c:pt idx="85">
                  <c:v>27.2</c:v>
                </c:pt>
                <c:pt idx="86">
                  <c:v>27.2</c:v>
                </c:pt>
                <c:pt idx="87">
                  <c:v>27.4</c:v>
                </c:pt>
                <c:pt idx="88">
                  <c:v>27.4</c:v>
                </c:pt>
                <c:pt idx="89">
                  <c:v>27.4</c:v>
                </c:pt>
                <c:pt idx="90">
                  <c:v>27.5</c:v>
                </c:pt>
                <c:pt idx="91">
                  <c:v>27.6</c:v>
                </c:pt>
                <c:pt idx="92">
                  <c:v>27.6</c:v>
                </c:pt>
                <c:pt idx="93">
                  <c:v>27.6</c:v>
                </c:pt>
                <c:pt idx="94">
                  <c:v>27.7</c:v>
                </c:pt>
                <c:pt idx="95">
                  <c:v>27.7</c:v>
                </c:pt>
                <c:pt idx="96">
                  <c:v>25.9</c:v>
                </c:pt>
                <c:pt idx="97">
                  <c:v>25.9</c:v>
                </c:pt>
                <c:pt idx="98">
                  <c:v>26</c:v>
                </c:pt>
                <c:pt idx="99">
                  <c:v>26</c:v>
                </c:pt>
                <c:pt idx="100">
                  <c:v>26.1</c:v>
                </c:pt>
                <c:pt idx="101">
                  <c:v>26.1</c:v>
                </c:pt>
                <c:pt idx="102">
                  <c:v>26.2</c:v>
                </c:pt>
                <c:pt idx="103">
                  <c:v>26.2</c:v>
                </c:pt>
                <c:pt idx="104">
                  <c:v>26.3</c:v>
                </c:pt>
                <c:pt idx="105">
                  <c:v>26.3</c:v>
                </c:pt>
                <c:pt idx="106">
                  <c:v>26.3</c:v>
                </c:pt>
                <c:pt idx="107">
                  <c:v>26.4</c:v>
                </c:pt>
                <c:pt idx="108">
                  <c:v>26.4</c:v>
                </c:pt>
                <c:pt idx="109">
                  <c:v>26.5</c:v>
                </c:pt>
                <c:pt idx="110">
                  <c:v>26.6</c:v>
                </c:pt>
                <c:pt idx="111">
                  <c:v>26.6</c:v>
                </c:pt>
                <c:pt idx="112">
                  <c:v>26.7</c:v>
                </c:pt>
                <c:pt idx="113">
                  <c:v>26.7</c:v>
                </c:pt>
                <c:pt idx="114">
                  <c:v>26.7</c:v>
                </c:pt>
                <c:pt idx="115">
                  <c:v>26.7</c:v>
                </c:pt>
                <c:pt idx="116">
                  <c:v>26.9</c:v>
                </c:pt>
                <c:pt idx="117">
                  <c:v>27</c:v>
                </c:pt>
                <c:pt idx="118">
                  <c:v>27</c:v>
                </c:pt>
                <c:pt idx="119">
                  <c:v>27.2</c:v>
                </c:pt>
                <c:pt idx="120">
                  <c:v>27.2</c:v>
                </c:pt>
                <c:pt idx="121">
                  <c:v>27.2</c:v>
                </c:pt>
                <c:pt idx="122">
                  <c:v>27.2</c:v>
                </c:pt>
                <c:pt idx="123">
                  <c:v>27.2</c:v>
                </c:pt>
                <c:pt idx="124">
                  <c:v>27.4</c:v>
                </c:pt>
                <c:pt idx="125">
                  <c:v>27.4</c:v>
                </c:pt>
                <c:pt idx="126">
                  <c:v>27.5</c:v>
                </c:pt>
                <c:pt idx="127">
                  <c:v>27.6</c:v>
                </c:pt>
                <c:pt idx="128">
                  <c:v>27.6</c:v>
                </c:pt>
                <c:pt idx="129">
                  <c:v>27.7</c:v>
                </c:pt>
                <c:pt idx="130">
                  <c:v>27.7</c:v>
                </c:pt>
                <c:pt idx="131">
                  <c:v>27.8</c:v>
                </c:pt>
                <c:pt idx="132">
                  <c:v>27.8</c:v>
                </c:pt>
                <c:pt idx="133">
                  <c:v>27.9</c:v>
                </c:pt>
                <c:pt idx="134">
                  <c:v>28</c:v>
                </c:pt>
                <c:pt idx="135">
                  <c:v>25.7</c:v>
                </c:pt>
                <c:pt idx="136">
                  <c:v>25.7</c:v>
                </c:pt>
                <c:pt idx="137">
                  <c:v>25.8</c:v>
                </c:pt>
                <c:pt idx="138">
                  <c:v>25.8</c:v>
                </c:pt>
                <c:pt idx="139">
                  <c:v>25.9</c:v>
                </c:pt>
                <c:pt idx="140">
                  <c:v>25.9</c:v>
                </c:pt>
                <c:pt idx="141">
                  <c:v>25.9</c:v>
                </c:pt>
                <c:pt idx="142">
                  <c:v>26</c:v>
                </c:pt>
                <c:pt idx="143">
                  <c:v>26.1</c:v>
                </c:pt>
                <c:pt idx="144">
                  <c:v>26.2</c:v>
                </c:pt>
                <c:pt idx="145">
                  <c:v>26.3</c:v>
                </c:pt>
                <c:pt idx="146">
                  <c:v>26.4</c:v>
                </c:pt>
                <c:pt idx="147">
                  <c:v>26.4</c:v>
                </c:pt>
                <c:pt idx="148">
                  <c:v>26.5</c:v>
                </c:pt>
                <c:pt idx="149">
                  <c:v>26.5</c:v>
                </c:pt>
                <c:pt idx="150">
                  <c:v>26.6</c:v>
                </c:pt>
                <c:pt idx="151">
                  <c:v>26.7</c:v>
                </c:pt>
                <c:pt idx="152">
                  <c:v>26.7</c:v>
                </c:pt>
                <c:pt idx="153">
                  <c:v>26.9</c:v>
                </c:pt>
                <c:pt idx="154">
                  <c:v>27</c:v>
                </c:pt>
                <c:pt idx="155">
                  <c:v>27</c:v>
                </c:pt>
                <c:pt idx="156">
                  <c:v>27</c:v>
                </c:pt>
                <c:pt idx="157">
                  <c:v>27.1</c:v>
                </c:pt>
                <c:pt idx="158">
                  <c:v>27.2</c:v>
                </c:pt>
                <c:pt idx="159">
                  <c:v>27.2</c:v>
                </c:pt>
                <c:pt idx="160">
                  <c:v>27.2</c:v>
                </c:pt>
                <c:pt idx="161">
                  <c:v>27.4</c:v>
                </c:pt>
                <c:pt idx="162">
                  <c:v>27.4</c:v>
                </c:pt>
                <c:pt idx="163">
                  <c:v>27.4</c:v>
                </c:pt>
                <c:pt idx="164">
                  <c:v>27.5</c:v>
                </c:pt>
                <c:pt idx="165">
                  <c:v>27.6</c:v>
                </c:pt>
                <c:pt idx="166">
                  <c:v>27.6</c:v>
                </c:pt>
                <c:pt idx="167">
                  <c:v>27.6</c:v>
                </c:pt>
                <c:pt idx="168">
                  <c:v>27.8</c:v>
                </c:pt>
                <c:pt idx="169">
                  <c:v>27.8</c:v>
                </c:pt>
                <c:pt idx="170">
                  <c:v>27.9</c:v>
                </c:pt>
                <c:pt idx="171">
                  <c:v>27.9</c:v>
                </c:pt>
                <c:pt idx="172">
                  <c:v>27.9</c:v>
                </c:pt>
                <c:pt idx="173">
                  <c:v>25.6</c:v>
                </c:pt>
                <c:pt idx="174">
                  <c:v>25.6</c:v>
                </c:pt>
                <c:pt idx="175">
                  <c:v>25.6</c:v>
                </c:pt>
                <c:pt idx="176">
                  <c:v>25.6</c:v>
                </c:pt>
                <c:pt idx="177">
                  <c:v>25.6</c:v>
                </c:pt>
                <c:pt idx="178">
                  <c:v>25.8</c:v>
                </c:pt>
                <c:pt idx="179">
                  <c:v>25.8</c:v>
                </c:pt>
                <c:pt idx="180">
                  <c:v>25.9</c:v>
                </c:pt>
                <c:pt idx="181">
                  <c:v>25.9</c:v>
                </c:pt>
                <c:pt idx="182">
                  <c:v>25.9</c:v>
                </c:pt>
                <c:pt idx="183">
                  <c:v>26</c:v>
                </c:pt>
                <c:pt idx="184">
                  <c:v>26.1</c:v>
                </c:pt>
                <c:pt idx="185">
                  <c:v>26.2</c:v>
                </c:pt>
                <c:pt idx="186">
                  <c:v>26.2</c:v>
                </c:pt>
                <c:pt idx="187">
                  <c:v>26.3</c:v>
                </c:pt>
                <c:pt idx="188">
                  <c:v>26.3</c:v>
                </c:pt>
                <c:pt idx="189">
                  <c:v>26.3</c:v>
                </c:pt>
                <c:pt idx="190">
                  <c:v>26.4</c:v>
                </c:pt>
                <c:pt idx="191">
                  <c:v>26.5</c:v>
                </c:pt>
                <c:pt idx="192">
                  <c:v>26.5</c:v>
                </c:pt>
                <c:pt idx="193">
                  <c:v>26.7</c:v>
                </c:pt>
                <c:pt idx="194">
                  <c:v>26.7</c:v>
                </c:pt>
                <c:pt idx="195">
                  <c:v>26.7</c:v>
                </c:pt>
                <c:pt idx="196">
                  <c:v>26.9</c:v>
                </c:pt>
                <c:pt idx="197">
                  <c:v>27</c:v>
                </c:pt>
                <c:pt idx="198">
                  <c:v>27</c:v>
                </c:pt>
                <c:pt idx="199">
                  <c:v>27.1</c:v>
                </c:pt>
                <c:pt idx="200">
                  <c:v>27.1</c:v>
                </c:pt>
                <c:pt idx="201">
                  <c:v>27.1</c:v>
                </c:pt>
                <c:pt idx="202">
                  <c:v>27.1</c:v>
                </c:pt>
                <c:pt idx="203">
                  <c:v>27.2</c:v>
                </c:pt>
                <c:pt idx="204">
                  <c:v>27.2</c:v>
                </c:pt>
                <c:pt idx="205">
                  <c:v>27.2</c:v>
                </c:pt>
                <c:pt idx="206">
                  <c:v>27.4</c:v>
                </c:pt>
                <c:pt idx="207">
                  <c:v>27.4</c:v>
                </c:pt>
                <c:pt idx="208">
                  <c:v>27.4</c:v>
                </c:pt>
                <c:pt idx="209">
                  <c:v>27.5</c:v>
                </c:pt>
                <c:pt idx="210">
                  <c:v>27.6</c:v>
                </c:pt>
                <c:pt idx="211">
                  <c:v>25.5</c:v>
                </c:pt>
                <c:pt idx="212">
                  <c:v>25.5</c:v>
                </c:pt>
                <c:pt idx="213">
                  <c:v>25.6</c:v>
                </c:pt>
                <c:pt idx="214">
                  <c:v>25.6</c:v>
                </c:pt>
                <c:pt idx="215">
                  <c:v>25.7</c:v>
                </c:pt>
                <c:pt idx="216">
                  <c:v>25.8</c:v>
                </c:pt>
                <c:pt idx="217">
                  <c:v>25.8</c:v>
                </c:pt>
                <c:pt idx="218">
                  <c:v>25.9</c:v>
                </c:pt>
                <c:pt idx="219">
                  <c:v>26</c:v>
                </c:pt>
                <c:pt idx="220">
                  <c:v>26</c:v>
                </c:pt>
                <c:pt idx="221">
                  <c:v>26.1</c:v>
                </c:pt>
                <c:pt idx="222">
                  <c:v>26.2</c:v>
                </c:pt>
                <c:pt idx="223">
                  <c:v>26.2</c:v>
                </c:pt>
                <c:pt idx="224">
                  <c:v>26.2</c:v>
                </c:pt>
                <c:pt idx="225">
                  <c:v>26.3</c:v>
                </c:pt>
                <c:pt idx="226">
                  <c:v>26.4</c:v>
                </c:pt>
                <c:pt idx="227">
                  <c:v>26.5</c:v>
                </c:pt>
                <c:pt idx="228">
                  <c:v>26.5</c:v>
                </c:pt>
                <c:pt idx="229">
                  <c:v>26.6</c:v>
                </c:pt>
                <c:pt idx="230">
                  <c:v>26.6</c:v>
                </c:pt>
                <c:pt idx="231">
                  <c:v>26.7</c:v>
                </c:pt>
                <c:pt idx="232">
                  <c:v>26.7</c:v>
                </c:pt>
                <c:pt idx="233">
                  <c:v>26.7</c:v>
                </c:pt>
                <c:pt idx="234">
                  <c:v>26.9</c:v>
                </c:pt>
                <c:pt idx="235">
                  <c:v>27</c:v>
                </c:pt>
                <c:pt idx="236">
                  <c:v>27</c:v>
                </c:pt>
                <c:pt idx="237">
                  <c:v>27</c:v>
                </c:pt>
                <c:pt idx="238">
                  <c:v>27.1</c:v>
                </c:pt>
                <c:pt idx="239">
                  <c:v>27.2</c:v>
                </c:pt>
                <c:pt idx="240">
                  <c:v>27.2</c:v>
                </c:pt>
                <c:pt idx="241">
                  <c:v>27.4</c:v>
                </c:pt>
                <c:pt idx="242">
                  <c:v>27.4</c:v>
                </c:pt>
                <c:pt idx="243">
                  <c:v>27.4</c:v>
                </c:pt>
                <c:pt idx="244">
                  <c:v>27.5</c:v>
                </c:pt>
                <c:pt idx="245">
                  <c:v>27.6</c:v>
                </c:pt>
                <c:pt idx="246">
                  <c:v>27.6</c:v>
                </c:pt>
                <c:pt idx="247">
                  <c:v>27.6</c:v>
                </c:pt>
                <c:pt idx="248">
                  <c:v>27.7</c:v>
                </c:pt>
                <c:pt idx="249">
                  <c:v>25.6</c:v>
                </c:pt>
                <c:pt idx="250">
                  <c:v>25.5</c:v>
                </c:pt>
                <c:pt idx="251">
                  <c:v>25.5</c:v>
                </c:pt>
                <c:pt idx="252">
                  <c:v>25.5</c:v>
                </c:pt>
                <c:pt idx="253">
                  <c:v>25.6</c:v>
                </c:pt>
                <c:pt idx="254">
                  <c:v>25.7</c:v>
                </c:pt>
                <c:pt idx="255">
                  <c:v>25.8</c:v>
                </c:pt>
                <c:pt idx="256">
                  <c:v>25.9</c:v>
                </c:pt>
                <c:pt idx="257">
                  <c:v>25.9</c:v>
                </c:pt>
                <c:pt idx="258">
                  <c:v>26</c:v>
                </c:pt>
                <c:pt idx="259">
                  <c:v>26.1</c:v>
                </c:pt>
                <c:pt idx="260">
                  <c:v>26.1</c:v>
                </c:pt>
                <c:pt idx="261">
                  <c:v>26.2</c:v>
                </c:pt>
                <c:pt idx="262">
                  <c:v>26.2</c:v>
                </c:pt>
                <c:pt idx="263">
                  <c:v>26.2</c:v>
                </c:pt>
                <c:pt idx="264">
                  <c:v>26.3</c:v>
                </c:pt>
                <c:pt idx="265">
                  <c:v>26.4</c:v>
                </c:pt>
                <c:pt idx="266">
                  <c:v>26.5</c:v>
                </c:pt>
                <c:pt idx="267">
                  <c:v>26.5</c:v>
                </c:pt>
                <c:pt idx="268">
                  <c:v>26.6</c:v>
                </c:pt>
                <c:pt idx="269">
                  <c:v>26.7</c:v>
                </c:pt>
                <c:pt idx="270">
                  <c:v>26.7</c:v>
                </c:pt>
                <c:pt idx="271">
                  <c:v>26.7</c:v>
                </c:pt>
                <c:pt idx="272">
                  <c:v>26.7</c:v>
                </c:pt>
                <c:pt idx="273">
                  <c:v>26.9</c:v>
                </c:pt>
                <c:pt idx="274">
                  <c:v>27</c:v>
                </c:pt>
                <c:pt idx="275">
                  <c:v>27</c:v>
                </c:pt>
                <c:pt idx="276">
                  <c:v>27.1</c:v>
                </c:pt>
                <c:pt idx="277">
                  <c:v>27.1</c:v>
                </c:pt>
                <c:pt idx="278">
                  <c:v>27.1</c:v>
                </c:pt>
                <c:pt idx="279">
                  <c:v>27.2</c:v>
                </c:pt>
                <c:pt idx="280">
                  <c:v>27.2</c:v>
                </c:pt>
                <c:pt idx="281">
                  <c:v>27.4</c:v>
                </c:pt>
                <c:pt idx="282">
                  <c:v>27.4</c:v>
                </c:pt>
                <c:pt idx="283">
                  <c:v>27.4</c:v>
                </c:pt>
                <c:pt idx="284">
                  <c:v>27.5</c:v>
                </c:pt>
                <c:pt idx="285">
                  <c:v>27.5</c:v>
                </c:pt>
                <c:pt idx="286">
                  <c:v>27.6</c:v>
                </c:pt>
                <c:pt idx="287">
                  <c:v>27.6</c:v>
                </c:pt>
                <c:pt idx="288">
                  <c:v>25.5</c:v>
                </c:pt>
                <c:pt idx="289">
                  <c:v>25.5</c:v>
                </c:pt>
                <c:pt idx="290">
                  <c:v>25.5</c:v>
                </c:pt>
                <c:pt idx="291">
                  <c:v>25.5</c:v>
                </c:pt>
                <c:pt idx="292">
                  <c:v>25.6</c:v>
                </c:pt>
                <c:pt idx="293">
                  <c:v>25.7</c:v>
                </c:pt>
                <c:pt idx="294">
                  <c:v>25.7</c:v>
                </c:pt>
                <c:pt idx="295">
                  <c:v>25.8</c:v>
                </c:pt>
                <c:pt idx="296">
                  <c:v>25.8</c:v>
                </c:pt>
                <c:pt idx="297">
                  <c:v>25.9</c:v>
                </c:pt>
                <c:pt idx="298">
                  <c:v>26</c:v>
                </c:pt>
                <c:pt idx="299">
                  <c:v>26</c:v>
                </c:pt>
                <c:pt idx="300">
                  <c:v>26.1</c:v>
                </c:pt>
                <c:pt idx="301">
                  <c:v>26.1</c:v>
                </c:pt>
                <c:pt idx="302">
                  <c:v>26.2</c:v>
                </c:pt>
                <c:pt idx="303">
                  <c:v>26.2</c:v>
                </c:pt>
                <c:pt idx="304">
                  <c:v>26.2</c:v>
                </c:pt>
                <c:pt idx="305">
                  <c:v>26.4</c:v>
                </c:pt>
                <c:pt idx="306">
                  <c:v>26.4</c:v>
                </c:pt>
                <c:pt idx="307">
                  <c:v>26.5</c:v>
                </c:pt>
                <c:pt idx="308">
                  <c:v>26.5</c:v>
                </c:pt>
                <c:pt idx="309">
                  <c:v>26.6</c:v>
                </c:pt>
                <c:pt idx="310">
                  <c:v>26.6</c:v>
                </c:pt>
                <c:pt idx="311">
                  <c:v>26.7</c:v>
                </c:pt>
                <c:pt idx="312">
                  <c:v>26.7</c:v>
                </c:pt>
                <c:pt idx="313">
                  <c:v>26.7</c:v>
                </c:pt>
                <c:pt idx="314">
                  <c:v>26.9</c:v>
                </c:pt>
                <c:pt idx="315">
                  <c:v>27</c:v>
                </c:pt>
                <c:pt idx="316">
                  <c:v>27</c:v>
                </c:pt>
                <c:pt idx="317">
                  <c:v>27</c:v>
                </c:pt>
                <c:pt idx="318">
                  <c:v>27.1</c:v>
                </c:pt>
                <c:pt idx="319">
                  <c:v>27.1</c:v>
                </c:pt>
                <c:pt idx="320">
                  <c:v>27.2</c:v>
                </c:pt>
                <c:pt idx="321">
                  <c:v>27.2</c:v>
                </c:pt>
                <c:pt idx="322">
                  <c:v>27.4</c:v>
                </c:pt>
                <c:pt idx="323">
                  <c:v>27.4</c:v>
                </c:pt>
                <c:pt idx="324">
                  <c:v>27.4</c:v>
                </c:pt>
                <c:pt idx="325">
                  <c:v>27.4</c:v>
                </c:pt>
                <c:pt idx="326">
                  <c:v>25.5</c:v>
                </c:pt>
                <c:pt idx="327">
                  <c:v>25.5</c:v>
                </c:pt>
                <c:pt idx="328">
                  <c:v>25.5</c:v>
                </c:pt>
                <c:pt idx="329">
                  <c:v>25.5</c:v>
                </c:pt>
                <c:pt idx="330">
                  <c:v>25.5</c:v>
                </c:pt>
                <c:pt idx="331">
                  <c:v>25.6</c:v>
                </c:pt>
                <c:pt idx="332">
                  <c:v>25.6</c:v>
                </c:pt>
                <c:pt idx="333">
                  <c:v>25.7</c:v>
                </c:pt>
                <c:pt idx="334">
                  <c:v>25.8</c:v>
                </c:pt>
                <c:pt idx="335">
                  <c:v>25.9</c:v>
                </c:pt>
                <c:pt idx="336">
                  <c:v>25.9</c:v>
                </c:pt>
                <c:pt idx="337">
                  <c:v>26</c:v>
                </c:pt>
                <c:pt idx="338">
                  <c:v>26</c:v>
                </c:pt>
                <c:pt idx="339">
                  <c:v>26.1</c:v>
                </c:pt>
                <c:pt idx="340">
                  <c:v>26.1</c:v>
                </c:pt>
                <c:pt idx="341">
                  <c:v>26.2</c:v>
                </c:pt>
                <c:pt idx="342">
                  <c:v>26.2</c:v>
                </c:pt>
                <c:pt idx="343">
                  <c:v>26.2</c:v>
                </c:pt>
                <c:pt idx="344">
                  <c:v>26.3</c:v>
                </c:pt>
                <c:pt idx="345">
                  <c:v>26.3</c:v>
                </c:pt>
                <c:pt idx="346">
                  <c:v>26.4</c:v>
                </c:pt>
                <c:pt idx="347">
                  <c:v>26.4</c:v>
                </c:pt>
                <c:pt idx="348">
                  <c:v>26.5</c:v>
                </c:pt>
                <c:pt idx="349">
                  <c:v>26.5</c:v>
                </c:pt>
                <c:pt idx="350">
                  <c:v>26.6</c:v>
                </c:pt>
                <c:pt idx="351">
                  <c:v>26.7</c:v>
                </c:pt>
                <c:pt idx="352">
                  <c:v>26.7</c:v>
                </c:pt>
                <c:pt idx="353">
                  <c:v>26.7</c:v>
                </c:pt>
                <c:pt idx="354">
                  <c:v>26.9</c:v>
                </c:pt>
                <c:pt idx="355">
                  <c:v>27</c:v>
                </c:pt>
                <c:pt idx="356">
                  <c:v>27</c:v>
                </c:pt>
                <c:pt idx="357">
                  <c:v>27</c:v>
                </c:pt>
                <c:pt idx="358">
                  <c:v>27.1</c:v>
                </c:pt>
                <c:pt idx="359">
                  <c:v>27.1</c:v>
                </c:pt>
                <c:pt idx="360">
                  <c:v>27.1</c:v>
                </c:pt>
                <c:pt idx="361">
                  <c:v>27.2</c:v>
                </c:pt>
                <c:pt idx="362">
                  <c:v>27.2</c:v>
                </c:pt>
                <c:pt idx="363">
                  <c:v>27.2</c:v>
                </c:pt>
                <c:pt idx="364">
                  <c:v>25.1</c:v>
                </c:pt>
                <c:pt idx="365">
                  <c:v>25.2</c:v>
                </c:pt>
                <c:pt idx="366">
                  <c:v>25.2</c:v>
                </c:pt>
                <c:pt idx="367">
                  <c:v>25.2</c:v>
                </c:pt>
                <c:pt idx="368">
                  <c:v>25.2</c:v>
                </c:pt>
                <c:pt idx="369">
                  <c:v>25.2</c:v>
                </c:pt>
                <c:pt idx="370">
                  <c:v>25.2</c:v>
                </c:pt>
                <c:pt idx="371">
                  <c:v>25.3</c:v>
                </c:pt>
                <c:pt idx="372">
                  <c:v>25.4</c:v>
                </c:pt>
                <c:pt idx="373">
                  <c:v>25.4</c:v>
                </c:pt>
                <c:pt idx="374">
                  <c:v>25.4</c:v>
                </c:pt>
                <c:pt idx="375">
                  <c:v>25.5</c:v>
                </c:pt>
                <c:pt idx="376">
                  <c:v>25.5</c:v>
                </c:pt>
                <c:pt idx="377">
                  <c:v>25.6</c:v>
                </c:pt>
                <c:pt idx="378">
                  <c:v>25.7</c:v>
                </c:pt>
                <c:pt idx="379">
                  <c:v>25.7</c:v>
                </c:pt>
                <c:pt idx="380">
                  <c:v>25.8</c:v>
                </c:pt>
                <c:pt idx="381">
                  <c:v>25.8</c:v>
                </c:pt>
                <c:pt idx="382">
                  <c:v>25.8</c:v>
                </c:pt>
                <c:pt idx="383">
                  <c:v>25.9</c:v>
                </c:pt>
                <c:pt idx="384">
                  <c:v>25.9</c:v>
                </c:pt>
                <c:pt idx="385">
                  <c:v>26</c:v>
                </c:pt>
                <c:pt idx="386">
                  <c:v>26</c:v>
                </c:pt>
                <c:pt idx="387">
                  <c:v>26.1</c:v>
                </c:pt>
                <c:pt idx="388">
                  <c:v>26.4</c:v>
                </c:pt>
                <c:pt idx="389">
                  <c:v>25.2</c:v>
                </c:pt>
                <c:pt idx="390">
                  <c:v>25.2</c:v>
                </c:pt>
                <c:pt idx="391">
                  <c:v>25.2</c:v>
                </c:pt>
                <c:pt idx="392">
                  <c:v>25.2</c:v>
                </c:pt>
                <c:pt idx="393">
                  <c:v>25.2</c:v>
                </c:pt>
                <c:pt idx="394">
                  <c:v>25.3</c:v>
                </c:pt>
                <c:pt idx="395">
                  <c:v>25.4</c:v>
                </c:pt>
                <c:pt idx="396">
                  <c:v>25.4</c:v>
                </c:pt>
                <c:pt idx="397">
                  <c:v>25.4</c:v>
                </c:pt>
                <c:pt idx="398">
                  <c:v>25.4</c:v>
                </c:pt>
                <c:pt idx="399">
                  <c:v>25.5</c:v>
                </c:pt>
                <c:pt idx="400">
                  <c:v>25.6</c:v>
                </c:pt>
                <c:pt idx="401">
                  <c:v>25.6</c:v>
                </c:pt>
                <c:pt idx="402">
                  <c:v>25.5</c:v>
                </c:pt>
                <c:pt idx="403">
                  <c:v>25.5</c:v>
                </c:pt>
                <c:pt idx="404">
                  <c:v>25.5</c:v>
                </c:pt>
                <c:pt idx="405">
                  <c:v>25.5</c:v>
                </c:pt>
                <c:pt idx="406">
                  <c:v>25.5</c:v>
                </c:pt>
                <c:pt idx="407">
                  <c:v>25.5</c:v>
                </c:pt>
                <c:pt idx="408">
                  <c:v>25.5</c:v>
                </c:pt>
                <c:pt idx="409">
                  <c:v>25.6</c:v>
                </c:pt>
                <c:pt idx="410">
                  <c:v>25.7</c:v>
                </c:pt>
                <c:pt idx="411">
                  <c:v>25.8</c:v>
                </c:pt>
                <c:pt idx="412">
                  <c:v>25.8</c:v>
                </c:pt>
                <c:pt idx="413">
                  <c:v>25.9</c:v>
                </c:pt>
                <c:pt idx="414">
                  <c:v>25.9</c:v>
                </c:pt>
                <c:pt idx="415">
                  <c:v>26</c:v>
                </c:pt>
                <c:pt idx="416">
                  <c:v>26</c:v>
                </c:pt>
                <c:pt idx="417">
                  <c:v>26.1</c:v>
                </c:pt>
                <c:pt idx="418">
                  <c:v>26.1</c:v>
                </c:pt>
                <c:pt idx="419">
                  <c:v>26.1</c:v>
                </c:pt>
                <c:pt idx="420">
                  <c:v>26.1</c:v>
                </c:pt>
                <c:pt idx="421">
                  <c:v>26.2</c:v>
                </c:pt>
                <c:pt idx="422">
                  <c:v>26.2</c:v>
                </c:pt>
                <c:pt idx="423">
                  <c:v>26.3</c:v>
                </c:pt>
                <c:pt idx="424">
                  <c:v>26.3</c:v>
                </c:pt>
                <c:pt idx="425">
                  <c:v>26.4</c:v>
                </c:pt>
                <c:pt idx="426">
                  <c:v>26.4</c:v>
                </c:pt>
                <c:pt idx="427">
                  <c:v>26.4</c:v>
                </c:pt>
                <c:pt idx="428">
                  <c:v>26.4</c:v>
                </c:pt>
                <c:pt idx="429">
                  <c:v>26.5</c:v>
                </c:pt>
                <c:pt idx="430">
                  <c:v>26.5</c:v>
                </c:pt>
                <c:pt idx="431">
                  <c:v>26.6</c:v>
                </c:pt>
                <c:pt idx="432">
                  <c:v>26.6</c:v>
                </c:pt>
                <c:pt idx="433">
                  <c:v>26.7</c:v>
                </c:pt>
                <c:pt idx="434">
                  <c:v>26.7</c:v>
                </c:pt>
                <c:pt idx="435">
                  <c:v>26.7</c:v>
                </c:pt>
                <c:pt idx="436">
                  <c:v>26.7</c:v>
                </c:pt>
                <c:pt idx="437">
                  <c:v>26.9</c:v>
                </c:pt>
                <c:pt idx="438">
                  <c:v>26.9</c:v>
                </c:pt>
                <c:pt idx="439">
                  <c:v>27</c:v>
                </c:pt>
                <c:pt idx="440">
                  <c:v>25.5</c:v>
                </c:pt>
                <c:pt idx="441">
                  <c:v>25.5</c:v>
                </c:pt>
                <c:pt idx="442">
                  <c:v>25.5</c:v>
                </c:pt>
                <c:pt idx="443">
                  <c:v>25.6</c:v>
                </c:pt>
                <c:pt idx="444">
                  <c:v>25.6</c:v>
                </c:pt>
                <c:pt idx="445">
                  <c:v>25.7</c:v>
                </c:pt>
                <c:pt idx="446">
                  <c:v>25.7</c:v>
                </c:pt>
                <c:pt idx="447">
                  <c:v>25.7</c:v>
                </c:pt>
                <c:pt idx="448">
                  <c:v>25.8</c:v>
                </c:pt>
                <c:pt idx="449">
                  <c:v>25.8</c:v>
                </c:pt>
                <c:pt idx="450">
                  <c:v>25.9</c:v>
                </c:pt>
                <c:pt idx="451">
                  <c:v>25.9</c:v>
                </c:pt>
                <c:pt idx="452">
                  <c:v>25.9</c:v>
                </c:pt>
                <c:pt idx="453">
                  <c:v>26</c:v>
                </c:pt>
                <c:pt idx="454">
                  <c:v>26</c:v>
                </c:pt>
                <c:pt idx="455">
                  <c:v>26.1</c:v>
                </c:pt>
                <c:pt idx="456">
                  <c:v>26.1</c:v>
                </c:pt>
                <c:pt idx="457">
                  <c:v>26.2</c:v>
                </c:pt>
                <c:pt idx="458">
                  <c:v>26.2</c:v>
                </c:pt>
                <c:pt idx="459">
                  <c:v>26.2</c:v>
                </c:pt>
                <c:pt idx="460">
                  <c:v>26.3</c:v>
                </c:pt>
                <c:pt idx="461">
                  <c:v>26.3</c:v>
                </c:pt>
                <c:pt idx="462">
                  <c:v>26.3</c:v>
                </c:pt>
                <c:pt idx="463">
                  <c:v>26.3</c:v>
                </c:pt>
                <c:pt idx="464">
                  <c:v>26.4</c:v>
                </c:pt>
                <c:pt idx="465">
                  <c:v>26.5</c:v>
                </c:pt>
                <c:pt idx="466">
                  <c:v>26.5</c:v>
                </c:pt>
                <c:pt idx="467">
                  <c:v>26.5</c:v>
                </c:pt>
                <c:pt idx="468">
                  <c:v>26.6</c:v>
                </c:pt>
                <c:pt idx="469">
                  <c:v>26.6</c:v>
                </c:pt>
                <c:pt idx="470">
                  <c:v>26.7</c:v>
                </c:pt>
                <c:pt idx="471">
                  <c:v>26.7</c:v>
                </c:pt>
                <c:pt idx="472">
                  <c:v>26.7</c:v>
                </c:pt>
                <c:pt idx="473">
                  <c:v>26.7</c:v>
                </c:pt>
                <c:pt idx="474">
                  <c:v>26.7</c:v>
                </c:pt>
                <c:pt idx="475">
                  <c:v>27</c:v>
                </c:pt>
                <c:pt idx="476">
                  <c:v>27</c:v>
                </c:pt>
                <c:pt idx="477">
                  <c:v>27</c:v>
                </c:pt>
                <c:pt idx="478">
                  <c:v>25.7</c:v>
                </c:pt>
                <c:pt idx="479">
                  <c:v>25.6</c:v>
                </c:pt>
                <c:pt idx="480">
                  <c:v>25.6</c:v>
                </c:pt>
                <c:pt idx="481">
                  <c:v>25.6</c:v>
                </c:pt>
                <c:pt idx="482">
                  <c:v>25.6</c:v>
                </c:pt>
                <c:pt idx="483">
                  <c:v>25.6</c:v>
                </c:pt>
                <c:pt idx="484">
                  <c:v>25.7</c:v>
                </c:pt>
                <c:pt idx="485">
                  <c:v>25.8</c:v>
                </c:pt>
                <c:pt idx="486">
                  <c:v>25.8</c:v>
                </c:pt>
                <c:pt idx="487">
                  <c:v>25.8</c:v>
                </c:pt>
                <c:pt idx="488">
                  <c:v>25.8</c:v>
                </c:pt>
                <c:pt idx="489">
                  <c:v>25.8</c:v>
                </c:pt>
                <c:pt idx="490">
                  <c:v>25.9</c:v>
                </c:pt>
                <c:pt idx="491">
                  <c:v>26</c:v>
                </c:pt>
                <c:pt idx="492">
                  <c:v>26</c:v>
                </c:pt>
                <c:pt idx="493">
                  <c:v>26</c:v>
                </c:pt>
                <c:pt idx="494">
                  <c:v>26</c:v>
                </c:pt>
                <c:pt idx="495">
                  <c:v>26</c:v>
                </c:pt>
                <c:pt idx="496">
                  <c:v>26.1</c:v>
                </c:pt>
                <c:pt idx="497">
                  <c:v>26.1</c:v>
                </c:pt>
                <c:pt idx="498">
                  <c:v>26.2</c:v>
                </c:pt>
                <c:pt idx="499">
                  <c:v>26.2</c:v>
                </c:pt>
                <c:pt idx="500">
                  <c:v>26.3</c:v>
                </c:pt>
                <c:pt idx="501">
                  <c:v>26.3</c:v>
                </c:pt>
                <c:pt idx="502">
                  <c:v>26.4</c:v>
                </c:pt>
                <c:pt idx="503">
                  <c:v>26.4</c:v>
                </c:pt>
                <c:pt idx="504">
                  <c:v>26.4</c:v>
                </c:pt>
                <c:pt idx="505">
                  <c:v>26.5</c:v>
                </c:pt>
                <c:pt idx="506">
                  <c:v>26.6</c:v>
                </c:pt>
                <c:pt idx="507">
                  <c:v>26.6</c:v>
                </c:pt>
                <c:pt idx="508">
                  <c:v>26.6</c:v>
                </c:pt>
                <c:pt idx="509">
                  <c:v>26.6</c:v>
                </c:pt>
                <c:pt idx="510">
                  <c:v>26.7</c:v>
                </c:pt>
                <c:pt idx="511">
                  <c:v>26.7</c:v>
                </c:pt>
                <c:pt idx="512">
                  <c:v>26.7</c:v>
                </c:pt>
                <c:pt idx="513">
                  <c:v>26.7</c:v>
                </c:pt>
                <c:pt idx="514">
                  <c:v>26.7</c:v>
                </c:pt>
                <c:pt idx="515">
                  <c:v>26.9</c:v>
                </c:pt>
                <c:pt idx="516">
                  <c:v>26.9</c:v>
                </c:pt>
                <c:pt idx="517">
                  <c:v>25.6</c:v>
                </c:pt>
                <c:pt idx="518">
                  <c:v>25.6</c:v>
                </c:pt>
                <c:pt idx="519">
                  <c:v>25.6</c:v>
                </c:pt>
                <c:pt idx="520">
                  <c:v>25.6</c:v>
                </c:pt>
                <c:pt idx="521">
                  <c:v>25.6</c:v>
                </c:pt>
                <c:pt idx="522">
                  <c:v>25.6</c:v>
                </c:pt>
                <c:pt idx="523">
                  <c:v>25.7</c:v>
                </c:pt>
                <c:pt idx="524">
                  <c:v>25.7</c:v>
                </c:pt>
                <c:pt idx="525">
                  <c:v>25.8</c:v>
                </c:pt>
                <c:pt idx="526">
                  <c:v>25.9</c:v>
                </c:pt>
                <c:pt idx="527">
                  <c:v>25.9</c:v>
                </c:pt>
                <c:pt idx="528">
                  <c:v>25.9</c:v>
                </c:pt>
                <c:pt idx="529">
                  <c:v>26</c:v>
                </c:pt>
                <c:pt idx="530">
                  <c:v>26</c:v>
                </c:pt>
                <c:pt idx="531">
                  <c:v>26</c:v>
                </c:pt>
                <c:pt idx="532">
                  <c:v>26</c:v>
                </c:pt>
                <c:pt idx="533">
                  <c:v>26.1</c:v>
                </c:pt>
                <c:pt idx="534">
                  <c:v>26.1</c:v>
                </c:pt>
                <c:pt idx="535">
                  <c:v>26.1</c:v>
                </c:pt>
                <c:pt idx="536">
                  <c:v>26.1</c:v>
                </c:pt>
                <c:pt idx="537">
                  <c:v>26.1</c:v>
                </c:pt>
                <c:pt idx="538">
                  <c:v>26.1</c:v>
                </c:pt>
                <c:pt idx="539">
                  <c:v>26.2</c:v>
                </c:pt>
                <c:pt idx="540">
                  <c:v>26.2</c:v>
                </c:pt>
                <c:pt idx="541">
                  <c:v>26.2</c:v>
                </c:pt>
                <c:pt idx="542">
                  <c:v>26.3</c:v>
                </c:pt>
                <c:pt idx="543">
                  <c:v>26.3</c:v>
                </c:pt>
                <c:pt idx="544">
                  <c:v>26.3</c:v>
                </c:pt>
                <c:pt idx="545">
                  <c:v>26.3</c:v>
                </c:pt>
                <c:pt idx="546">
                  <c:v>26.4</c:v>
                </c:pt>
                <c:pt idx="547">
                  <c:v>26.4</c:v>
                </c:pt>
                <c:pt idx="548">
                  <c:v>26.5</c:v>
                </c:pt>
                <c:pt idx="549">
                  <c:v>26.6</c:v>
                </c:pt>
                <c:pt idx="550">
                  <c:v>26.6</c:v>
                </c:pt>
                <c:pt idx="551">
                  <c:v>26.6</c:v>
                </c:pt>
                <c:pt idx="552">
                  <c:v>26.7</c:v>
                </c:pt>
                <c:pt idx="553">
                  <c:v>26.7</c:v>
                </c:pt>
                <c:pt idx="554">
                  <c:v>26.9</c:v>
                </c:pt>
                <c:pt idx="555">
                  <c:v>25.7</c:v>
                </c:pt>
                <c:pt idx="556">
                  <c:v>25.7</c:v>
                </c:pt>
                <c:pt idx="557">
                  <c:v>25.6</c:v>
                </c:pt>
                <c:pt idx="558">
                  <c:v>25.6</c:v>
                </c:pt>
                <c:pt idx="559">
                  <c:v>25.6</c:v>
                </c:pt>
                <c:pt idx="560">
                  <c:v>25.6</c:v>
                </c:pt>
                <c:pt idx="561">
                  <c:v>25.6</c:v>
                </c:pt>
                <c:pt idx="562">
                  <c:v>25.7</c:v>
                </c:pt>
                <c:pt idx="563">
                  <c:v>25.8</c:v>
                </c:pt>
                <c:pt idx="564">
                  <c:v>25.8</c:v>
                </c:pt>
                <c:pt idx="565">
                  <c:v>25.8</c:v>
                </c:pt>
                <c:pt idx="566">
                  <c:v>25.9</c:v>
                </c:pt>
                <c:pt idx="567">
                  <c:v>25.9</c:v>
                </c:pt>
                <c:pt idx="568">
                  <c:v>26</c:v>
                </c:pt>
                <c:pt idx="569">
                  <c:v>25.3</c:v>
                </c:pt>
                <c:pt idx="570">
                  <c:v>25.3</c:v>
                </c:pt>
                <c:pt idx="571">
                  <c:v>25.3</c:v>
                </c:pt>
                <c:pt idx="572">
                  <c:v>25.3</c:v>
                </c:pt>
                <c:pt idx="573">
                  <c:v>25.3</c:v>
                </c:pt>
                <c:pt idx="574">
                  <c:v>25.3</c:v>
                </c:pt>
                <c:pt idx="575">
                  <c:v>25.3</c:v>
                </c:pt>
                <c:pt idx="576">
                  <c:v>25.3</c:v>
                </c:pt>
                <c:pt idx="577">
                  <c:v>25.4</c:v>
                </c:pt>
                <c:pt idx="578">
                  <c:v>25.4</c:v>
                </c:pt>
                <c:pt idx="579">
                  <c:v>25.4</c:v>
                </c:pt>
                <c:pt idx="580">
                  <c:v>25.5</c:v>
                </c:pt>
                <c:pt idx="581">
                  <c:v>25.4</c:v>
                </c:pt>
                <c:pt idx="582">
                  <c:v>25.4</c:v>
                </c:pt>
                <c:pt idx="583">
                  <c:v>25.5</c:v>
                </c:pt>
                <c:pt idx="584">
                  <c:v>25.5</c:v>
                </c:pt>
                <c:pt idx="585">
                  <c:v>25.5</c:v>
                </c:pt>
                <c:pt idx="586">
                  <c:v>25.5</c:v>
                </c:pt>
                <c:pt idx="587">
                  <c:v>25.5</c:v>
                </c:pt>
                <c:pt idx="588">
                  <c:v>25.6</c:v>
                </c:pt>
                <c:pt idx="589">
                  <c:v>25.6</c:v>
                </c:pt>
                <c:pt idx="590">
                  <c:v>25.8</c:v>
                </c:pt>
                <c:pt idx="591">
                  <c:v>25.8</c:v>
                </c:pt>
                <c:pt idx="592">
                  <c:v>25.8</c:v>
                </c:pt>
                <c:pt idx="593">
                  <c:v>25.8</c:v>
                </c:pt>
                <c:pt idx="594">
                  <c:v>25.6</c:v>
                </c:pt>
                <c:pt idx="595">
                  <c:v>25.6</c:v>
                </c:pt>
                <c:pt idx="596">
                  <c:v>25.6</c:v>
                </c:pt>
                <c:pt idx="597">
                  <c:v>25.6</c:v>
                </c:pt>
                <c:pt idx="598">
                  <c:v>25.6</c:v>
                </c:pt>
                <c:pt idx="599">
                  <c:v>25.6</c:v>
                </c:pt>
                <c:pt idx="600">
                  <c:v>25.6</c:v>
                </c:pt>
                <c:pt idx="601">
                  <c:v>25.6</c:v>
                </c:pt>
                <c:pt idx="602">
                  <c:v>25.7</c:v>
                </c:pt>
                <c:pt idx="603">
                  <c:v>25.7</c:v>
                </c:pt>
                <c:pt idx="604">
                  <c:v>25.7</c:v>
                </c:pt>
                <c:pt idx="605">
                  <c:v>25.7</c:v>
                </c:pt>
                <c:pt idx="606">
                  <c:v>25.8</c:v>
                </c:pt>
                <c:pt idx="607">
                  <c:v>25.8</c:v>
                </c:pt>
                <c:pt idx="608">
                  <c:v>25.8</c:v>
                </c:pt>
                <c:pt idx="609">
                  <c:v>25.9</c:v>
                </c:pt>
                <c:pt idx="610">
                  <c:v>25.9</c:v>
                </c:pt>
                <c:pt idx="611">
                  <c:v>26.1</c:v>
                </c:pt>
                <c:pt idx="612">
                  <c:v>26.1</c:v>
                </c:pt>
                <c:pt idx="613">
                  <c:v>26.1</c:v>
                </c:pt>
                <c:pt idx="614">
                  <c:v>26.1</c:v>
                </c:pt>
                <c:pt idx="615">
                  <c:v>26.1</c:v>
                </c:pt>
                <c:pt idx="616">
                  <c:v>26.1</c:v>
                </c:pt>
                <c:pt idx="617">
                  <c:v>26.2</c:v>
                </c:pt>
                <c:pt idx="618">
                  <c:v>26.2</c:v>
                </c:pt>
                <c:pt idx="619">
                  <c:v>26.3</c:v>
                </c:pt>
                <c:pt idx="620">
                  <c:v>26.3</c:v>
                </c:pt>
                <c:pt idx="621">
                  <c:v>26.4</c:v>
                </c:pt>
                <c:pt idx="622">
                  <c:v>26.4</c:v>
                </c:pt>
                <c:pt idx="623">
                  <c:v>26.4</c:v>
                </c:pt>
                <c:pt idx="624">
                  <c:v>26.4</c:v>
                </c:pt>
                <c:pt idx="625">
                  <c:v>26.4</c:v>
                </c:pt>
                <c:pt idx="626">
                  <c:v>26.4</c:v>
                </c:pt>
                <c:pt idx="627">
                  <c:v>26.4</c:v>
                </c:pt>
                <c:pt idx="628">
                  <c:v>26.4</c:v>
                </c:pt>
                <c:pt idx="629">
                  <c:v>26.4</c:v>
                </c:pt>
                <c:pt idx="630">
                  <c:v>26.5</c:v>
                </c:pt>
                <c:pt idx="631">
                  <c:v>26.5</c:v>
                </c:pt>
                <c:pt idx="632">
                  <c:v>25.6</c:v>
                </c:pt>
                <c:pt idx="633">
                  <c:v>25.6</c:v>
                </c:pt>
                <c:pt idx="634">
                  <c:v>25.6</c:v>
                </c:pt>
                <c:pt idx="635">
                  <c:v>25.6</c:v>
                </c:pt>
                <c:pt idx="636">
                  <c:v>25.5</c:v>
                </c:pt>
                <c:pt idx="637">
                  <c:v>25.5</c:v>
                </c:pt>
                <c:pt idx="638">
                  <c:v>25.7</c:v>
                </c:pt>
                <c:pt idx="639">
                  <c:v>25.7</c:v>
                </c:pt>
                <c:pt idx="640">
                  <c:v>25.7</c:v>
                </c:pt>
                <c:pt idx="641">
                  <c:v>25.8</c:v>
                </c:pt>
                <c:pt idx="642">
                  <c:v>25.8</c:v>
                </c:pt>
                <c:pt idx="643">
                  <c:v>25.8</c:v>
                </c:pt>
                <c:pt idx="644">
                  <c:v>25.8</c:v>
                </c:pt>
                <c:pt idx="645">
                  <c:v>25.8</c:v>
                </c:pt>
                <c:pt idx="646">
                  <c:v>25.8</c:v>
                </c:pt>
                <c:pt idx="647">
                  <c:v>25.8</c:v>
                </c:pt>
                <c:pt idx="648">
                  <c:v>25.9</c:v>
                </c:pt>
                <c:pt idx="649">
                  <c:v>25.9</c:v>
                </c:pt>
                <c:pt idx="650">
                  <c:v>26</c:v>
                </c:pt>
                <c:pt idx="651">
                  <c:v>26</c:v>
                </c:pt>
                <c:pt idx="652">
                  <c:v>26</c:v>
                </c:pt>
                <c:pt idx="653">
                  <c:v>26.1</c:v>
                </c:pt>
                <c:pt idx="654">
                  <c:v>26.1</c:v>
                </c:pt>
                <c:pt idx="655">
                  <c:v>26.1</c:v>
                </c:pt>
                <c:pt idx="656">
                  <c:v>26.1</c:v>
                </c:pt>
                <c:pt idx="657">
                  <c:v>26.1</c:v>
                </c:pt>
                <c:pt idx="658">
                  <c:v>26.1</c:v>
                </c:pt>
                <c:pt idx="659">
                  <c:v>26.2</c:v>
                </c:pt>
                <c:pt idx="660">
                  <c:v>26.2</c:v>
                </c:pt>
                <c:pt idx="661">
                  <c:v>26.2</c:v>
                </c:pt>
                <c:pt idx="662">
                  <c:v>26.3</c:v>
                </c:pt>
                <c:pt idx="663">
                  <c:v>26.3</c:v>
                </c:pt>
                <c:pt idx="664">
                  <c:v>26.3</c:v>
                </c:pt>
                <c:pt idx="665">
                  <c:v>26.3</c:v>
                </c:pt>
                <c:pt idx="666">
                  <c:v>26.4</c:v>
                </c:pt>
                <c:pt idx="667">
                  <c:v>26.5</c:v>
                </c:pt>
                <c:pt idx="668">
                  <c:v>26.5</c:v>
                </c:pt>
                <c:pt idx="669">
                  <c:v>26.6</c:v>
                </c:pt>
                <c:pt idx="670">
                  <c:v>25.7</c:v>
                </c:pt>
                <c:pt idx="671">
                  <c:v>25.6</c:v>
                </c:pt>
                <c:pt idx="672">
                  <c:v>25.6</c:v>
                </c:pt>
                <c:pt idx="673">
                  <c:v>25.6</c:v>
                </c:pt>
                <c:pt idx="674">
                  <c:v>25.6</c:v>
                </c:pt>
                <c:pt idx="675">
                  <c:v>25.6</c:v>
                </c:pt>
                <c:pt idx="676">
                  <c:v>25.6</c:v>
                </c:pt>
                <c:pt idx="677">
                  <c:v>25.7</c:v>
                </c:pt>
                <c:pt idx="678">
                  <c:v>25.7</c:v>
                </c:pt>
                <c:pt idx="679">
                  <c:v>25.6</c:v>
                </c:pt>
                <c:pt idx="680">
                  <c:v>25.7</c:v>
                </c:pt>
                <c:pt idx="681">
                  <c:v>25.6</c:v>
                </c:pt>
                <c:pt idx="682">
                  <c:v>25.6</c:v>
                </c:pt>
                <c:pt idx="683">
                  <c:v>25.7</c:v>
                </c:pt>
                <c:pt idx="684">
                  <c:v>25.7</c:v>
                </c:pt>
                <c:pt idx="685">
                  <c:v>25.7</c:v>
                </c:pt>
                <c:pt idx="686">
                  <c:v>25.7</c:v>
                </c:pt>
                <c:pt idx="687">
                  <c:v>25.8</c:v>
                </c:pt>
                <c:pt idx="688">
                  <c:v>25.8</c:v>
                </c:pt>
                <c:pt idx="689">
                  <c:v>26</c:v>
                </c:pt>
                <c:pt idx="690">
                  <c:v>26</c:v>
                </c:pt>
                <c:pt idx="691">
                  <c:v>26.1</c:v>
                </c:pt>
                <c:pt idx="692">
                  <c:v>26.1</c:v>
                </c:pt>
                <c:pt idx="693">
                  <c:v>26.1</c:v>
                </c:pt>
                <c:pt idx="694">
                  <c:v>26.1</c:v>
                </c:pt>
                <c:pt idx="695">
                  <c:v>26.1</c:v>
                </c:pt>
                <c:pt idx="696">
                  <c:v>26.1</c:v>
                </c:pt>
                <c:pt idx="697">
                  <c:v>26.1</c:v>
                </c:pt>
                <c:pt idx="698">
                  <c:v>26.2</c:v>
                </c:pt>
                <c:pt idx="699">
                  <c:v>26.2</c:v>
                </c:pt>
                <c:pt idx="700">
                  <c:v>26.2</c:v>
                </c:pt>
                <c:pt idx="701">
                  <c:v>26.3</c:v>
                </c:pt>
                <c:pt idx="702">
                  <c:v>26.3</c:v>
                </c:pt>
                <c:pt idx="703">
                  <c:v>26.3</c:v>
                </c:pt>
                <c:pt idx="704">
                  <c:v>26.3</c:v>
                </c:pt>
                <c:pt idx="705">
                  <c:v>26.3</c:v>
                </c:pt>
                <c:pt idx="706">
                  <c:v>26.3</c:v>
                </c:pt>
                <c:pt idx="707">
                  <c:v>26.3</c:v>
                </c:pt>
                <c:pt idx="708">
                  <c:v>26.4</c:v>
                </c:pt>
                <c:pt idx="709">
                  <c:v>25.4</c:v>
                </c:pt>
                <c:pt idx="710">
                  <c:v>25.4</c:v>
                </c:pt>
                <c:pt idx="711">
                  <c:v>25.4</c:v>
                </c:pt>
                <c:pt idx="712">
                  <c:v>25.4</c:v>
                </c:pt>
                <c:pt idx="713">
                  <c:v>25.3</c:v>
                </c:pt>
                <c:pt idx="714">
                  <c:v>25.3</c:v>
                </c:pt>
                <c:pt idx="715">
                  <c:v>25.5</c:v>
                </c:pt>
                <c:pt idx="716">
                  <c:v>25.5</c:v>
                </c:pt>
                <c:pt idx="717">
                  <c:v>25.5</c:v>
                </c:pt>
                <c:pt idx="718">
                  <c:v>25.6</c:v>
                </c:pt>
                <c:pt idx="719">
                  <c:v>25.6</c:v>
                </c:pt>
                <c:pt idx="720">
                  <c:v>25.7</c:v>
                </c:pt>
                <c:pt idx="721">
                  <c:v>25.7</c:v>
                </c:pt>
                <c:pt idx="722">
                  <c:v>25.7</c:v>
                </c:pt>
                <c:pt idx="723">
                  <c:v>25.7</c:v>
                </c:pt>
                <c:pt idx="724">
                  <c:v>25.7</c:v>
                </c:pt>
                <c:pt idx="725">
                  <c:v>25.8</c:v>
                </c:pt>
                <c:pt idx="726">
                  <c:v>25.8</c:v>
                </c:pt>
                <c:pt idx="727">
                  <c:v>25.9</c:v>
                </c:pt>
                <c:pt idx="728">
                  <c:v>25.9</c:v>
                </c:pt>
                <c:pt idx="729">
                  <c:v>25.9</c:v>
                </c:pt>
                <c:pt idx="730">
                  <c:v>25.9</c:v>
                </c:pt>
                <c:pt idx="731">
                  <c:v>26</c:v>
                </c:pt>
                <c:pt idx="732">
                  <c:v>26</c:v>
                </c:pt>
                <c:pt idx="733">
                  <c:v>26</c:v>
                </c:pt>
                <c:pt idx="734">
                  <c:v>26</c:v>
                </c:pt>
                <c:pt idx="735">
                  <c:v>26.1</c:v>
                </c:pt>
                <c:pt idx="736">
                  <c:v>26.1</c:v>
                </c:pt>
                <c:pt idx="737">
                  <c:v>26.1</c:v>
                </c:pt>
                <c:pt idx="738">
                  <c:v>26.1</c:v>
                </c:pt>
                <c:pt idx="739">
                  <c:v>26.1</c:v>
                </c:pt>
                <c:pt idx="740">
                  <c:v>26.1</c:v>
                </c:pt>
                <c:pt idx="741">
                  <c:v>26.2</c:v>
                </c:pt>
                <c:pt idx="742">
                  <c:v>26.2</c:v>
                </c:pt>
                <c:pt idx="743">
                  <c:v>26.2</c:v>
                </c:pt>
                <c:pt idx="744">
                  <c:v>26.2</c:v>
                </c:pt>
                <c:pt idx="745">
                  <c:v>26.2</c:v>
                </c:pt>
                <c:pt idx="746">
                  <c:v>26.2</c:v>
                </c:pt>
                <c:pt idx="747">
                  <c:v>25.5</c:v>
                </c:pt>
                <c:pt idx="748">
                  <c:v>25.5</c:v>
                </c:pt>
                <c:pt idx="749">
                  <c:v>25.5</c:v>
                </c:pt>
                <c:pt idx="750">
                  <c:v>25.5</c:v>
                </c:pt>
                <c:pt idx="751">
                  <c:v>25.5</c:v>
                </c:pt>
                <c:pt idx="752">
                  <c:v>25.5</c:v>
                </c:pt>
                <c:pt idx="753">
                  <c:v>25.5</c:v>
                </c:pt>
                <c:pt idx="754">
                  <c:v>25.5</c:v>
                </c:pt>
                <c:pt idx="755">
                  <c:v>25.6</c:v>
                </c:pt>
                <c:pt idx="756">
                  <c:v>25.7</c:v>
                </c:pt>
                <c:pt idx="757">
                  <c:v>25.7</c:v>
                </c:pt>
                <c:pt idx="758">
                  <c:v>25.7</c:v>
                </c:pt>
                <c:pt idx="759">
                  <c:v>25.7</c:v>
                </c:pt>
                <c:pt idx="760">
                  <c:v>25.7</c:v>
                </c:pt>
                <c:pt idx="761">
                  <c:v>25.8</c:v>
                </c:pt>
                <c:pt idx="762">
                  <c:v>25.8</c:v>
                </c:pt>
                <c:pt idx="763">
                  <c:v>25.9</c:v>
                </c:pt>
                <c:pt idx="764">
                  <c:v>25.9</c:v>
                </c:pt>
                <c:pt idx="765">
                  <c:v>25.9</c:v>
                </c:pt>
                <c:pt idx="766">
                  <c:v>25.9</c:v>
                </c:pt>
                <c:pt idx="767">
                  <c:v>26</c:v>
                </c:pt>
                <c:pt idx="768">
                  <c:v>26</c:v>
                </c:pt>
                <c:pt idx="769">
                  <c:v>26</c:v>
                </c:pt>
                <c:pt idx="770">
                  <c:v>26.1</c:v>
                </c:pt>
                <c:pt idx="771">
                  <c:v>26.1</c:v>
                </c:pt>
                <c:pt idx="772">
                  <c:v>26.1</c:v>
                </c:pt>
                <c:pt idx="773">
                  <c:v>26.3</c:v>
                </c:pt>
                <c:pt idx="774">
                  <c:v>26.3</c:v>
                </c:pt>
                <c:pt idx="775">
                  <c:v>26.3</c:v>
                </c:pt>
                <c:pt idx="776">
                  <c:v>26.3</c:v>
                </c:pt>
                <c:pt idx="777">
                  <c:v>26.3</c:v>
                </c:pt>
                <c:pt idx="778">
                  <c:v>26.3</c:v>
                </c:pt>
                <c:pt idx="779">
                  <c:v>26.4</c:v>
                </c:pt>
                <c:pt idx="780">
                  <c:v>26.4</c:v>
                </c:pt>
                <c:pt idx="781">
                  <c:v>26.4</c:v>
                </c:pt>
                <c:pt idx="782">
                  <c:v>26.4</c:v>
                </c:pt>
                <c:pt idx="783">
                  <c:v>26.4</c:v>
                </c:pt>
                <c:pt idx="784">
                  <c:v>26.4</c:v>
                </c:pt>
                <c:pt idx="785">
                  <c:v>25.8</c:v>
                </c:pt>
                <c:pt idx="786">
                  <c:v>25.5</c:v>
                </c:pt>
                <c:pt idx="787">
                  <c:v>25.5</c:v>
                </c:pt>
                <c:pt idx="788">
                  <c:v>25.5</c:v>
                </c:pt>
                <c:pt idx="789">
                  <c:v>25.5</c:v>
                </c:pt>
                <c:pt idx="790">
                  <c:v>25.6</c:v>
                </c:pt>
                <c:pt idx="791">
                  <c:v>25.6</c:v>
                </c:pt>
                <c:pt idx="792">
                  <c:v>25.6</c:v>
                </c:pt>
                <c:pt idx="793">
                  <c:v>25.6</c:v>
                </c:pt>
                <c:pt idx="794">
                  <c:v>25.7</c:v>
                </c:pt>
                <c:pt idx="795">
                  <c:v>25.7</c:v>
                </c:pt>
                <c:pt idx="796">
                  <c:v>25.7</c:v>
                </c:pt>
                <c:pt idx="797">
                  <c:v>25.9</c:v>
                </c:pt>
                <c:pt idx="798">
                  <c:v>25.9</c:v>
                </c:pt>
                <c:pt idx="799">
                  <c:v>25.9</c:v>
                </c:pt>
                <c:pt idx="800">
                  <c:v>25.9</c:v>
                </c:pt>
                <c:pt idx="801">
                  <c:v>25.9</c:v>
                </c:pt>
                <c:pt idx="802">
                  <c:v>25.9</c:v>
                </c:pt>
                <c:pt idx="803">
                  <c:v>26</c:v>
                </c:pt>
                <c:pt idx="804">
                  <c:v>26</c:v>
                </c:pt>
                <c:pt idx="805">
                  <c:v>26</c:v>
                </c:pt>
                <c:pt idx="806">
                  <c:v>26</c:v>
                </c:pt>
                <c:pt idx="807">
                  <c:v>26.1</c:v>
                </c:pt>
                <c:pt idx="808">
                  <c:v>26.1</c:v>
                </c:pt>
                <c:pt idx="809">
                  <c:v>26.1</c:v>
                </c:pt>
                <c:pt idx="810">
                  <c:v>26.1</c:v>
                </c:pt>
                <c:pt idx="811">
                  <c:v>26.1</c:v>
                </c:pt>
                <c:pt idx="812">
                  <c:v>26.2</c:v>
                </c:pt>
                <c:pt idx="813">
                  <c:v>26.2</c:v>
                </c:pt>
                <c:pt idx="814">
                  <c:v>26.2</c:v>
                </c:pt>
                <c:pt idx="815">
                  <c:v>26.2</c:v>
                </c:pt>
                <c:pt idx="816">
                  <c:v>26.2</c:v>
                </c:pt>
                <c:pt idx="817">
                  <c:v>26.3</c:v>
                </c:pt>
                <c:pt idx="818">
                  <c:v>26.3</c:v>
                </c:pt>
                <c:pt idx="819">
                  <c:v>26.3</c:v>
                </c:pt>
                <c:pt idx="820">
                  <c:v>26.3</c:v>
                </c:pt>
                <c:pt idx="821">
                  <c:v>26.4</c:v>
                </c:pt>
                <c:pt idx="822">
                  <c:v>26.4</c:v>
                </c:pt>
                <c:pt idx="823">
                  <c:v>26.4</c:v>
                </c:pt>
                <c:pt idx="824">
                  <c:v>25.7</c:v>
                </c:pt>
                <c:pt idx="825">
                  <c:v>25.7</c:v>
                </c:pt>
                <c:pt idx="826">
                  <c:v>25.7</c:v>
                </c:pt>
                <c:pt idx="827">
                  <c:v>25.7</c:v>
                </c:pt>
                <c:pt idx="828">
                  <c:v>25.7</c:v>
                </c:pt>
                <c:pt idx="829">
                  <c:v>25.7</c:v>
                </c:pt>
                <c:pt idx="830">
                  <c:v>25.8</c:v>
                </c:pt>
                <c:pt idx="831">
                  <c:v>25.8</c:v>
                </c:pt>
                <c:pt idx="832">
                  <c:v>25.8</c:v>
                </c:pt>
                <c:pt idx="833">
                  <c:v>25.8</c:v>
                </c:pt>
                <c:pt idx="834">
                  <c:v>25.8</c:v>
                </c:pt>
                <c:pt idx="835">
                  <c:v>25.8</c:v>
                </c:pt>
                <c:pt idx="836">
                  <c:v>25.9</c:v>
                </c:pt>
                <c:pt idx="837">
                  <c:v>25.9</c:v>
                </c:pt>
                <c:pt idx="838">
                  <c:v>25.9</c:v>
                </c:pt>
                <c:pt idx="839">
                  <c:v>25.9</c:v>
                </c:pt>
                <c:pt idx="840">
                  <c:v>25.9</c:v>
                </c:pt>
                <c:pt idx="841">
                  <c:v>26</c:v>
                </c:pt>
                <c:pt idx="842">
                  <c:v>26</c:v>
                </c:pt>
                <c:pt idx="843">
                  <c:v>26</c:v>
                </c:pt>
                <c:pt idx="844">
                  <c:v>26</c:v>
                </c:pt>
                <c:pt idx="845">
                  <c:v>26.1</c:v>
                </c:pt>
                <c:pt idx="846">
                  <c:v>26.1</c:v>
                </c:pt>
                <c:pt idx="847">
                  <c:v>26.1</c:v>
                </c:pt>
                <c:pt idx="848">
                  <c:v>26.1</c:v>
                </c:pt>
                <c:pt idx="849">
                  <c:v>26.1</c:v>
                </c:pt>
                <c:pt idx="850">
                  <c:v>26.2</c:v>
                </c:pt>
                <c:pt idx="851">
                  <c:v>26.2</c:v>
                </c:pt>
                <c:pt idx="852">
                  <c:v>26.2</c:v>
                </c:pt>
                <c:pt idx="853">
                  <c:v>26.2</c:v>
                </c:pt>
                <c:pt idx="854">
                  <c:v>26.2</c:v>
                </c:pt>
                <c:pt idx="855">
                  <c:v>26.2</c:v>
                </c:pt>
                <c:pt idx="856">
                  <c:v>26.2</c:v>
                </c:pt>
                <c:pt idx="857">
                  <c:v>26.3</c:v>
                </c:pt>
                <c:pt idx="858">
                  <c:v>26.3</c:v>
                </c:pt>
                <c:pt idx="859">
                  <c:v>26.3</c:v>
                </c:pt>
                <c:pt idx="860">
                  <c:v>26.3</c:v>
                </c:pt>
                <c:pt idx="861">
                  <c:v>26.3</c:v>
                </c:pt>
                <c:pt idx="862">
                  <c:v>25.5</c:v>
                </c:pt>
                <c:pt idx="863">
                  <c:v>25.5</c:v>
                </c:pt>
                <c:pt idx="864">
                  <c:v>25.5</c:v>
                </c:pt>
                <c:pt idx="865">
                  <c:v>25.6</c:v>
                </c:pt>
                <c:pt idx="866">
                  <c:v>25.6</c:v>
                </c:pt>
                <c:pt idx="867">
                  <c:v>25.7</c:v>
                </c:pt>
                <c:pt idx="868">
                  <c:v>25.7</c:v>
                </c:pt>
                <c:pt idx="869">
                  <c:v>25.7</c:v>
                </c:pt>
                <c:pt idx="870">
                  <c:v>25.7</c:v>
                </c:pt>
                <c:pt idx="871">
                  <c:v>25.7</c:v>
                </c:pt>
                <c:pt idx="872">
                  <c:v>25.8</c:v>
                </c:pt>
                <c:pt idx="873">
                  <c:v>25.8</c:v>
                </c:pt>
                <c:pt idx="874">
                  <c:v>25.8</c:v>
                </c:pt>
                <c:pt idx="875">
                  <c:v>25.9</c:v>
                </c:pt>
                <c:pt idx="876">
                  <c:v>25.8</c:v>
                </c:pt>
                <c:pt idx="877">
                  <c:v>25.9</c:v>
                </c:pt>
                <c:pt idx="878">
                  <c:v>25.9</c:v>
                </c:pt>
                <c:pt idx="879">
                  <c:v>25.9</c:v>
                </c:pt>
                <c:pt idx="880">
                  <c:v>26</c:v>
                </c:pt>
                <c:pt idx="881">
                  <c:v>26</c:v>
                </c:pt>
                <c:pt idx="882">
                  <c:v>26</c:v>
                </c:pt>
                <c:pt idx="883">
                  <c:v>26</c:v>
                </c:pt>
                <c:pt idx="884">
                  <c:v>26</c:v>
                </c:pt>
                <c:pt idx="885">
                  <c:v>26</c:v>
                </c:pt>
                <c:pt idx="886">
                  <c:v>26</c:v>
                </c:pt>
                <c:pt idx="887">
                  <c:v>26</c:v>
                </c:pt>
                <c:pt idx="888">
                  <c:v>26.1</c:v>
                </c:pt>
                <c:pt idx="889">
                  <c:v>26.1</c:v>
                </c:pt>
                <c:pt idx="890">
                  <c:v>26.1</c:v>
                </c:pt>
                <c:pt idx="891">
                  <c:v>26.1</c:v>
                </c:pt>
                <c:pt idx="892">
                  <c:v>26.3</c:v>
                </c:pt>
                <c:pt idx="893">
                  <c:v>26.3</c:v>
                </c:pt>
                <c:pt idx="894">
                  <c:v>26.3</c:v>
                </c:pt>
                <c:pt idx="895">
                  <c:v>26.3</c:v>
                </c:pt>
                <c:pt idx="896">
                  <c:v>26.3</c:v>
                </c:pt>
                <c:pt idx="897">
                  <c:v>26.3</c:v>
                </c:pt>
                <c:pt idx="898">
                  <c:v>26.3</c:v>
                </c:pt>
                <c:pt idx="899">
                  <c:v>26.3</c:v>
                </c:pt>
                <c:pt idx="900">
                  <c:v>25.7</c:v>
                </c:pt>
                <c:pt idx="901">
                  <c:v>25.6</c:v>
                </c:pt>
                <c:pt idx="902">
                  <c:v>25.6</c:v>
                </c:pt>
                <c:pt idx="903">
                  <c:v>25.6</c:v>
                </c:pt>
                <c:pt idx="904">
                  <c:v>25.6</c:v>
                </c:pt>
                <c:pt idx="905">
                  <c:v>25.6</c:v>
                </c:pt>
                <c:pt idx="906">
                  <c:v>25.7</c:v>
                </c:pt>
                <c:pt idx="907">
                  <c:v>25.7</c:v>
                </c:pt>
                <c:pt idx="908">
                  <c:v>25.7</c:v>
                </c:pt>
                <c:pt idx="909">
                  <c:v>25.8</c:v>
                </c:pt>
                <c:pt idx="910">
                  <c:v>25.8</c:v>
                </c:pt>
                <c:pt idx="911">
                  <c:v>25.8</c:v>
                </c:pt>
                <c:pt idx="912">
                  <c:v>25.8</c:v>
                </c:pt>
                <c:pt idx="913">
                  <c:v>25.8</c:v>
                </c:pt>
                <c:pt idx="914">
                  <c:v>25.9</c:v>
                </c:pt>
                <c:pt idx="915">
                  <c:v>25.9</c:v>
                </c:pt>
                <c:pt idx="916">
                  <c:v>25.9</c:v>
                </c:pt>
                <c:pt idx="917">
                  <c:v>25.9</c:v>
                </c:pt>
                <c:pt idx="918">
                  <c:v>25.9</c:v>
                </c:pt>
                <c:pt idx="919">
                  <c:v>25.9</c:v>
                </c:pt>
                <c:pt idx="920">
                  <c:v>25.9</c:v>
                </c:pt>
                <c:pt idx="921">
                  <c:v>25.9</c:v>
                </c:pt>
                <c:pt idx="922">
                  <c:v>25.9</c:v>
                </c:pt>
                <c:pt idx="923">
                  <c:v>26</c:v>
                </c:pt>
                <c:pt idx="924">
                  <c:v>26</c:v>
                </c:pt>
                <c:pt idx="925">
                  <c:v>26</c:v>
                </c:pt>
                <c:pt idx="926">
                  <c:v>26.1</c:v>
                </c:pt>
                <c:pt idx="927">
                  <c:v>26.1</c:v>
                </c:pt>
                <c:pt idx="928">
                  <c:v>26.1</c:v>
                </c:pt>
                <c:pt idx="929">
                  <c:v>26.2</c:v>
                </c:pt>
                <c:pt idx="930">
                  <c:v>26.2</c:v>
                </c:pt>
                <c:pt idx="931">
                  <c:v>26.3</c:v>
                </c:pt>
                <c:pt idx="932">
                  <c:v>26.1</c:v>
                </c:pt>
                <c:pt idx="933">
                  <c:v>26.1</c:v>
                </c:pt>
                <c:pt idx="934">
                  <c:v>26.2</c:v>
                </c:pt>
                <c:pt idx="935">
                  <c:v>26.2</c:v>
                </c:pt>
                <c:pt idx="936">
                  <c:v>26.3</c:v>
                </c:pt>
                <c:pt idx="937">
                  <c:v>26.3</c:v>
                </c:pt>
                <c:pt idx="938">
                  <c:v>25.6</c:v>
                </c:pt>
                <c:pt idx="939">
                  <c:v>25.6</c:v>
                </c:pt>
                <c:pt idx="940">
                  <c:v>25.6</c:v>
                </c:pt>
                <c:pt idx="941">
                  <c:v>25.6</c:v>
                </c:pt>
                <c:pt idx="942">
                  <c:v>25.6</c:v>
                </c:pt>
                <c:pt idx="943">
                  <c:v>25.6</c:v>
                </c:pt>
                <c:pt idx="944">
                  <c:v>25.6</c:v>
                </c:pt>
                <c:pt idx="945">
                  <c:v>25.6</c:v>
                </c:pt>
                <c:pt idx="946">
                  <c:v>25.6</c:v>
                </c:pt>
                <c:pt idx="947">
                  <c:v>25.6</c:v>
                </c:pt>
                <c:pt idx="948">
                  <c:v>25.7</c:v>
                </c:pt>
                <c:pt idx="949">
                  <c:v>25.7</c:v>
                </c:pt>
                <c:pt idx="950">
                  <c:v>25.7</c:v>
                </c:pt>
                <c:pt idx="951">
                  <c:v>25.8</c:v>
                </c:pt>
                <c:pt idx="952">
                  <c:v>25.8</c:v>
                </c:pt>
                <c:pt idx="953">
                  <c:v>25.8</c:v>
                </c:pt>
                <c:pt idx="954">
                  <c:v>25.8</c:v>
                </c:pt>
                <c:pt idx="955">
                  <c:v>25.8</c:v>
                </c:pt>
                <c:pt idx="956">
                  <c:v>25.8</c:v>
                </c:pt>
                <c:pt idx="957">
                  <c:v>25.8</c:v>
                </c:pt>
                <c:pt idx="958">
                  <c:v>25.9</c:v>
                </c:pt>
                <c:pt idx="959">
                  <c:v>25.9</c:v>
                </c:pt>
                <c:pt idx="960">
                  <c:v>25.9</c:v>
                </c:pt>
                <c:pt idx="961">
                  <c:v>26</c:v>
                </c:pt>
                <c:pt idx="962">
                  <c:v>26</c:v>
                </c:pt>
                <c:pt idx="963">
                  <c:v>26</c:v>
                </c:pt>
                <c:pt idx="964">
                  <c:v>26</c:v>
                </c:pt>
                <c:pt idx="965">
                  <c:v>26</c:v>
                </c:pt>
                <c:pt idx="966">
                  <c:v>26.1</c:v>
                </c:pt>
                <c:pt idx="967">
                  <c:v>26.1</c:v>
                </c:pt>
                <c:pt idx="968">
                  <c:v>26.1</c:v>
                </c:pt>
                <c:pt idx="969">
                  <c:v>26.2</c:v>
                </c:pt>
                <c:pt idx="970">
                  <c:v>26.2</c:v>
                </c:pt>
                <c:pt idx="971">
                  <c:v>26.2</c:v>
                </c:pt>
                <c:pt idx="972">
                  <c:v>26.2</c:v>
                </c:pt>
                <c:pt idx="973">
                  <c:v>26.2</c:v>
                </c:pt>
                <c:pt idx="974">
                  <c:v>26.2</c:v>
                </c:pt>
                <c:pt idx="975">
                  <c:v>26.2</c:v>
                </c:pt>
                <c:pt idx="976">
                  <c:v>25.8</c:v>
                </c:pt>
                <c:pt idx="977">
                  <c:v>25.6</c:v>
                </c:pt>
                <c:pt idx="978">
                  <c:v>25.6</c:v>
                </c:pt>
                <c:pt idx="979">
                  <c:v>25.6</c:v>
                </c:pt>
                <c:pt idx="980">
                  <c:v>25.6</c:v>
                </c:pt>
                <c:pt idx="981">
                  <c:v>25.6</c:v>
                </c:pt>
                <c:pt idx="982">
                  <c:v>25.6</c:v>
                </c:pt>
                <c:pt idx="983">
                  <c:v>25.6</c:v>
                </c:pt>
                <c:pt idx="984">
                  <c:v>25.6</c:v>
                </c:pt>
                <c:pt idx="985">
                  <c:v>25.6</c:v>
                </c:pt>
                <c:pt idx="986">
                  <c:v>25.6</c:v>
                </c:pt>
                <c:pt idx="987">
                  <c:v>25.6</c:v>
                </c:pt>
                <c:pt idx="988">
                  <c:v>25.6</c:v>
                </c:pt>
                <c:pt idx="989">
                  <c:v>25.7</c:v>
                </c:pt>
                <c:pt idx="990">
                  <c:v>25.7</c:v>
                </c:pt>
                <c:pt idx="991">
                  <c:v>25.7</c:v>
                </c:pt>
                <c:pt idx="992">
                  <c:v>25.8</c:v>
                </c:pt>
                <c:pt idx="993">
                  <c:v>25.8</c:v>
                </c:pt>
                <c:pt idx="994">
                  <c:v>25.8</c:v>
                </c:pt>
                <c:pt idx="995">
                  <c:v>25.8</c:v>
                </c:pt>
                <c:pt idx="996">
                  <c:v>25.8</c:v>
                </c:pt>
                <c:pt idx="997">
                  <c:v>25.8</c:v>
                </c:pt>
                <c:pt idx="998">
                  <c:v>25.9</c:v>
                </c:pt>
                <c:pt idx="999">
                  <c:v>25.9</c:v>
                </c:pt>
                <c:pt idx="1000">
                  <c:v>25.9</c:v>
                </c:pt>
                <c:pt idx="1001">
                  <c:v>25.9</c:v>
                </c:pt>
                <c:pt idx="1002">
                  <c:v>26</c:v>
                </c:pt>
                <c:pt idx="1003">
                  <c:v>26</c:v>
                </c:pt>
                <c:pt idx="1004">
                  <c:v>26</c:v>
                </c:pt>
                <c:pt idx="1005">
                  <c:v>26</c:v>
                </c:pt>
                <c:pt idx="1006">
                  <c:v>26</c:v>
                </c:pt>
                <c:pt idx="1007">
                  <c:v>26</c:v>
                </c:pt>
                <c:pt idx="1008">
                  <c:v>26</c:v>
                </c:pt>
                <c:pt idx="1009">
                  <c:v>26.1</c:v>
                </c:pt>
                <c:pt idx="1010">
                  <c:v>26.1</c:v>
                </c:pt>
                <c:pt idx="1011">
                  <c:v>26.1</c:v>
                </c:pt>
                <c:pt idx="1012">
                  <c:v>26.1</c:v>
                </c:pt>
                <c:pt idx="1013">
                  <c:v>26.1</c:v>
                </c:pt>
                <c:pt idx="1014">
                  <c:v>26.1</c:v>
                </c:pt>
                <c:pt idx="1015">
                  <c:v>25.6</c:v>
                </c:pt>
                <c:pt idx="1016">
                  <c:v>25.6</c:v>
                </c:pt>
                <c:pt idx="1017">
                  <c:v>25.6</c:v>
                </c:pt>
                <c:pt idx="1018">
                  <c:v>25.6</c:v>
                </c:pt>
                <c:pt idx="1019">
                  <c:v>25.6</c:v>
                </c:pt>
                <c:pt idx="1020">
                  <c:v>25.6</c:v>
                </c:pt>
                <c:pt idx="1021">
                  <c:v>25.6</c:v>
                </c:pt>
                <c:pt idx="1022">
                  <c:v>25.6</c:v>
                </c:pt>
                <c:pt idx="1023">
                  <c:v>25.6</c:v>
                </c:pt>
                <c:pt idx="1024">
                  <c:v>25.6</c:v>
                </c:pt>
                <c:pt idx="1025">
                  <c:v>25.7</c:v>
                </c:pt>
                <c:pt idx="1026">
                  <c:v>25.7</c:v>
                </c:pt>
                <c:pt idx="1027">
                  <c:v>25.7</c:v>
                </c:pt>
                <c:pt idx="1028">
                  <c:v>25.7</c:v>
                </c:pt>
                <c:pt idx="1029">
                  <c:v>25.7</c:v>
                </c:pt>
                <c:pt idx="1030">
                  <c:v>25.7</c:v>
                </c:pt>
                <c:pt idx="1031">
                  <c:v>25.8</c:v>
                </c:pt>
                <c:pt idx="1032">
                  <c:v>25.8</c:v>
                </c:pt>
                <c:pt idx="1033">
                  <c:v>25.8</c:v>
                </c:pt>
                <c:pt idx="1034">
                  <c:v>25.8</c:v>
                </c:pt>
                <c:pt idx="1035">
                  <c:v>25.9</c:v>
                </c:pt>
                <c:pt idx="1036">
                  <c:v>25.9</c:v>
                </c:pt>
                <c:pt idx="1037">
                  <c:v>25.9</c:v>
                </c:pt>
                <c:pt idx="1038">
                  <c:v>25.9</c:v>
                </c:pt>
                <c:pt idx="1039">
                  <c:v>25.9</c:v>
                </c:pt>
                <c:pt idx="1040">
                  <c:v>25.9</c:v>
                </c:pt>
                <c:pt idx="1041">
                  <c:v>25.9</c:v>
                </c:pt>
                <c:pt idx="1042">
                  <c:v>26</c:v>
                </c:pt>
                <c:pt idx="1043">
                  <c:v>26</c:v>
                </c:pt>
                <c:pt idx="1044">
                  <c:v>26</c:v>
                </c:pt>
                <c:pt idx="1045">
                  <c:v>26</c:v>
                </c:pt>
                <c:pt idx="1046">
                  <c:v>26</c:v>
                </c:pt>
                <c:pt idx="1047">
                  <c:v>26</c:v>
                </c:pt>
                <c:pt idx="1048">
                  <c:v>26</c:v>
                </c:pt>
                <c:pt idx="1049">
                  <c:v>26</c:v>
                </c:pt>
                <c:pt idx="1050">
                  <c:v>26.1</c:v>
                </c:pt>
                <c:pt idx="1051">
                  <c:v>26.1</c:v>
                </c:pt>
                <c:pt idx="1052">
                  <c:v>26.1</c:v>
                </c:pt>
                <c:pt idx="1053">
                  <c:v>26.1</c:v>
                </c:pt>
                <c:pt idx="1054">
                  <c:v>25.5</c:v>
                </c:pt>
                <c:pt idx="1055">
                  <c:v>25.5</c:v>
                </c:pt>
                <c:pt idx="1056">
                  <c:v>25.5</c:v>
                </c:pt>
                <c:pt idx="1057">
                  <c:v>25.5</c:v>
                </c:pt>
                <c:pt idx="1058">
                  <c:v>25.5</c:v>
                </c:pt>
                <c:pt idx="1059">
                  <c:v>25.5</c:v>
                </c:pt>
                <c:pt idx="1060">
                  <c:v>25.5</c:v>
                </c:pt>
                <c:pt idx="1061">
                  <c:v>25.5</c:v>
                </c:pt>
                <c:pt idx="1062">
                  <c:v>25.5</c:v>
                </c:pt>
                <c:pt idx="1063">
                  <c:v>25.5</c:v>
                </c:pt>
                <c:pt idx="1064">
                  <c:v>25.6</c:v>
                </c:pt>
                <c:pt idx="1065">
                  <c:v>25.6</c:v>
                </c:pt>
                <c:pt idx="1066">
                  <c:v>25.6</c:v>
                </c:pt>
                <c:pt idx="1067">
                  <c:v>25.6</c:v>
                </c:pt>
                <c:pt idx="1068">
                  <c:v>25.6</c:v>
                </c:pt>
                <c:pt idx="1069">
                  <c:v>25.6</c:v>
                </c:pt>
                <c:pt idx="1070">
                  <c:v>25.6</c:v>
                </c:pt>
                <c:pt idx="1071">
                  <c:v>25.6</c:v>
                </c:pt>
                <c:pt idx="1072">
                  <c:v>25.7</c:v>
                </c:pt>
                <c:pt idx="1073">
                  <c:v>25.7</c:v>
                </c:pt>
                <c:pt idx="1074">
                  <c:v>25.7</c:v>
                </c:pt>
                <c:pt idx="1075">
                  <c:v>25.8</c:v>
                </c:pt>
                <c:pt idx="1076">
                  <c:v>25.8</c:v>
                </c:pt>
                <c:pt idx="1077">
                  <c:v>25.8</c:v>
                </c:pt>
                <c:pt idx="1078">
                  <c:v>25.8</c:v>
                </c:pt>
                <c:pt idx="1079">
                  <c:v>25.8</c:v>
                </c:pt>
                <c:pt idx="1080">
                  <c:v>25.8</c:v>
                </c:pt>
                <c:pt idx="1081">
                  <c:v>25.8</c:v>
                </c:pt>
                <c:pt idx="1082">
                  <c:v>25.8</c:v>
                </c:pt>
                <c:pt idx="1083">
                  <c:v>25.8</c:v>
                </c:pt>
                <c:pt idx="1084">
                  <c:v>25.9</c:v>
                </c:pt>
                <c:pt idx="1085">
                  <c:v>26</c:v>
                </c:pt>
                <c:pt idx="1086">
                  <c:v>26</c:v>
                </c:pt>
                <c:pt idx="1087">
                  <c:v>26</c:v>
                </c:pt>
                <c:pt idx="1088">
                  <c:v>26</c:v>
                </c:pt>
                <c:pt idx="1089">
                  <c:v>26</c:v>
                </c:pt>
                <c:pt idx="1090">
                  <c:v>26</c:v>
                </c:pt>
                <c:pt idx="1091">
                  <c:v>26.1</c:v>
                </c:pt>
                <c:pt idx="1092">
                  <c:v>25.6</c:v>
                </c:pt>
                <c:pt idx="1093">
                  <c:v>25.6</c:v>
                </c:pt>
                <c:pt idx="1094">
                  <c:v>25.6</c:v>
                </c:pt>
                <c:pt idx="1095">
                  <c:v>25.6</c:v>
                </c:pt>
                <c:pt idx="1096">
                  <c:v>25.6</c:v>
                </c:pt>
                <c:pt idx="1097">
                  <c:v>25.6</c:v>
                </c:pt>
                <c:pt idx="1098">
                  <c:v>25.6</c:v>
                </c:pt>
                <c:pt idx="1099">
                  <c:v>25.6</c:v>
                </c:pt>
                <c:pt idx="1100">
                  <c:v>25.6</c:v>
                </c:pt>
                <c:pt idx="1101">
                  <c:v>25.6</c:v>
                </c:pt>
                <c:pt idx="1102">
                  <c:v>25.6</c:v>
                </c:pt>
                <c:pt idx="1103">
                  <c:v>25.6</c:v>
                </c:pt>
                <c:pt idx="1104">
                  <c:v>25.6</c:v>
                </c:pt>
                <c:pt idx="1105">
                  <c:v>25.6</c:v>
                </c:pt>
                <c:pt idx="1106">
                  <c:v>25.6</c:v>
                </c:pt>
                <c:pt idx="1107">
                  <c:v>25.6</c:v>
                </c:pt>
                <c:pt idx="1108">
                  <c:v>25.6</c:v>
                </c:pt>
                <c:pt idx="1109">
                  <c:v>25.7</c:v>
                </c:pt>
                <c:pt idx="1110">
                  <c:v>25.7</c:v>
                </c:pt>
                <c:pt idx="1111">
                  <c:v>25.6</c:v>
                </c:pt>
                <c:pt idx="1112">
                  <c:v>25.7</c:v>
                </c:pt>
                <c:pt idx="1113">
                  <c:v>25.7</c:v>
                </c:pt>
                <c:pt idx="1114">
                  <c:v>25.7</c:v>
                </c:pt>
                <c:pt idx="1115">
                  <c:v>25.7</c:v>
                </c:pt>
                <c:pt idx="1116">
                  <c:v>25.7</c:v>
                </c:pt>
                <c:pt idx="1117">
                  <c:v>25.7</c:v>
                </c:pt>
                <c:pt idx="1118">
                  <c:v>25.8</c:v>
                </c:pt>
                <c:pt idx="1119">
                  <c:v>25.8</c:v>
                </c:pt>
                <c:pt idx="1120">
                  <c:v>25.8</c:v>
                </c:pt>
                <c:pt idx="1121">
                  <c:v>25.8</c:v>
                </c:pt>
                <c:pt idx="1122">
                  <c:v>25.8</c:v>
                </c:pt>
                <c:pt idx="1123">
                  <c:v>25.8</c:v>
                </c:pt>
                <c:pt idx="1124">
                  <c:v>25.9</c:v>
                </c:pt>
                <c:pt idx="1125">
                  <c:v>25.9</c:v>
                </c:pt>
                <c:pt idx="1126">
                  <c:v>25.8</c:v>
                </c:pt>
                <c:pt idx="1127">
                  <c:v>25.9</c:v>
                </c:pt>
                <c:pt idx="1128">
                  <c:v>25.9</c:v>
                </c:pt>
                <c:pt idx="1129">
                  <c:v>25.9</c:v>
                </c:pt>
                <c:pt idx="1130">
                  <c:v>25.5</c:v>
                </c:pt>
                <c:pt idx="1131">
                  <c:v>25.5</c:v>
                </c:pt>
                <c:pt idx="1132">
                  <c:v>25.5</c:v>
                </c:pt>
                <c:pt idx="1133">
                  <c:v>25.5</c:v>
                </c:pt>
                <c:pt idx="1134">
                  <c:v>25.6</c:v>
                </c:pt>
                <c:pt idx="1135">
                  <c:v>25.6</c:v>
                </c:pt>
                <c:pt idx="1136">
                  <c:v>25.6</c:v>
                </c:pt>
                <c:pt idx="1137">
                  <c:v>25.6</c:v>
                </c:pt>
                <c:pt idx="1138">
                  <c:v>25.6</c:v>
                </c:pt>
                <c:pt idx="1139">
                  <c:v>25.6</c:v>
                </c:pt>
                <c:pt idx="1140">
                  <c:v>25.7</c:v>
                </c:pt>
                <c:pt idx="1141">
                  <c:v>25.7</c:v>
                </c:pt>
                <c:pt idx="1142">
                  <c:v>25.7</c:v>
                </c:pt>
                <c:pt idx="1143">
                  <c:v>25.7</c:v>
                </c:pt>
                <c:pt idx="1144">
                  <c:v>25.7</c:v>
                </c:pt>
                <c:pt idx="1145">
                  <c:v>25.7</c:v>
                </c:pt>
                <c:pt idx="1146">
                  <c:v>25.7</c:v>
                </c:pt>
                <c:pt idx="1147">
                  <c:v>25.7</c:v>
                </c:pt>
                <c:pt idx="1148">
                  <c:v>25.7</c:v>
                </c:pt>
                <c:pt idx="1149">
                  <c:v>25.7</c:v>
                </c:pt>
                <c:pt idx="1150">
                  <c:v>25.7</c:v>
                </c:pt>
                <c:pt idx="1151">
                  <c:v>25.7</c:v>
                </c:pt>
                <c:pt idx="1152">
                  <c:v>25.7</c:v>
                </c:pt>
                <c:pt idx="1153">
                  <c:v>25.7</c:v>
                </c:pt>
                <c:pt idx="1154">
                  <c:v>25.7</c:v>
                </c:pt>
                <c:pt idx="1155">
                  <c:v>25.7</c:v>
                </c:pt>
                <c:pt idx="1156">
                  <c:v>25.7</c:v>
                </c:pt>
                <c:pt idx="1157">
                  <c:v>25.8</c:v>
                </c:pt>
                <c:pt idx="1158">
                  <c:v>25.8</c:v>
                </c:pt>
                <c:pt idx="1159">
                  <c:v>25.8</c:v>
                </c:pt>
                <c:pt idx="1160">
                  <c:v>25.8</c:v>
                </c:pt>
                <c:pt idx="1161">
                  <c:v>25.8</c:v>
                </c:pt>
                <c:pt idx="1162">
                  <c:v>25.8</c:v>
                </c:pt>
                <c:pt idx="1163">
                  <c:v>25.8</c:v>
                </c:pt>
                <c:pt idx="1164">
                  <c:v>25.8</c:v>
                </c:pt>
                <c:pt idx="1165">
                  <c:v>25.8</c:v>
                </c:pt>
                <c:pt idx="1166">
                  <c:v>25.8</c:v>
                </c:pt>
                <c:pt idx="1167">
                  <c:v>25.8</c:v>
                </c:pt>
                <c:pt idx="1168">
                  <c:v>25.7</c:v>
                </c:pt>
                <c:pt idx="1169">
                  <c:v>25.5</c:v>
                </c:pt>
                <c:pt idx="1170">
                  <c:v>25.5</c:v>
                </c:pt>
                <c:pt idx="1171">
                  <c:v>25.5</c:v>
                </c:pt>
                <c:pt idx="1172">
                  <c:v>25.5</c:v>
                </c:pt>
                <c:pt idx="1173">
                  <c:v>25.5</c:v>
                </c:pt>
                <c:pt idx="1174">
                  <c:v>25.5</c:v>
                </c:pt>
                <c:pt idx="1175">
                  <c:v>25.5</c:v>
                </c:pt>
                <c:pt idx="1176">
                  <c:v>25.5</c:v>
                </c:pt>
                <c:pt idx="1177">
                  <c:v>25.5</c:v>
                </c:pt>
                <c:pt idx="1178">
                  <c:v>25.5</c:v>
                </c:pt>
                <c:pt idx="1179">
                  <c:v>25.6</c:v>
                </c:pt>
                <c:pt idx="1180">
                  <c:v>25.6</c:v>
                </c:pt>
                <c:pt idx="1181">
                  <c:v>25.6</c:v>
                </c:pt>
                <c:pt idx="1182">
                  <c:v>25.7</c:v>
                </c:pt>
                <c:pt idx="1183">
                  <c:v>25.7</c:v>
                </c:pt>
                <c:pt idx="1184">
                  <c:v>25.7</c:v>
                </c:pt>
                <c:pt idx="1185">
                  <c:v>25.7</c:v>
                </c:pt>
                <c:pt idx="1186">
                  <c:v>25.8</c:v>
                </c:pt>
                <c:pt idx="1187">
                  <c:v>25.8</c:v>
                </c:pt>
                <c:pt idx="1188">
                  <c:v>25.2</c:v>
                </c:pt>
                <c:pt idx="1189">
                  <c:v>25.2</c:v>
                </c:pt>
                <c:pt idx="1190">
                  <c:v>25.2</c:v>
                </c:pt>
                <c:pt idx="1191">
                  <c:v>25.2</c:v>
                </c:pt>
                <c:pt idx="1192">
                  <c:v>25.2</c:v>
                </c:pt>
                <c:pt idx="1193">
                  <c:v>25.2</c:v>
                </c:pt>
                <c:pt idx="1194">
                  <c:v>25.2</c:v>
                </c:pt>
                <c:pt idx="1195">
                  <c:v>25.2</c:v>
                </c:pt>
                <c:pt idx="1196">
                  <c:v>25.2</c:v>
                </c:pt>
                <c:pt idx="1197">
                  <c:v>25.2</c:v>
                </c:pt>
                <c:pt idx="1198">
                  <c:v>25.2</c:v>
                </c:pt>
                <c:pt idx="1199">
                  <c:v>25.3</c:v>
                </c:pt>
                <c:pt idx="1200">
                  <c:v>25.3</c:v>
                </c:pt>
                <c:pt idx="1201">
                  <c:v>25.3</c:v>
                </c:pt>
                <c:pt idx="1202">
                  <c:v>25.4</c:v>
                </c:pt>
                <c:pt idx="1203">
                  <c:v>25.4</c:v>
                </c:pt>
                <c:pt idx="1204">
                  <c:v>25.4</c:v>
                </c:pt>
                <c:pt idx="1205">
                  <c:v>25.4</c:v>
                </c:pt>
                <c:pt idx="1206">
                  <c:v>25.4</c:v>
                </c:pt>
                <c:pt idx="1207">
                  <c:v>25.4</c:v>
                </c:pt>
                <c:pt idx="1208">
                  <c:v>25.4</c:v>
                </c:pt>
                <c:pt idx="1209">
                  <c:v>25.4</c:v>
                </c:pt>
                <c:pt idx="1210">
                  <c:v>25.4</c:v>
                </c:pt>
                <c:pt idx="1211">
                  <c:v>25.4</c:v>
                </c:pt>
                <c:pt idx="1212">
                  <c:v>25.4</c:v>
                </c:pt>
                <c:pt idx="1213">
                  <c:v>25.4</c:v>
                </c:pt>
                <c:pt idx="1214">
                  <c:v>25.4</c:v>
                </c:pt>
                <c:pt idx="1215">
                  <c:v>25.4</c:v>
                </c:pt>
                <c:pt idx="1216">
                  <c:v>25.4</c:v>
                </c:pt>
                <c:pt idx="1217">
                  <c:v>25.4</c:v>
                </c:pt>
                <c:pt idx="1218">
                  <c:v>25.5</c:v>
                </c:pt>
                <c:pt idx="1219">
                  <c:v>25.5</c:v>
                </c:pt>
                <c:pt idx="1220">
                  <c:v>25.5</c:v>
                </c:pt>
                <c:pt idx="1221">
                  <c:v>25.5</c:v>
                </c:pt>
                <c:pt idx="1222">
                  <c:v>25.6</c:v>
                </c:pt>
                <c:pt idx="1223">
                  <c:v>25.6</c:v>
                </c:pt>
                <c:pt idx="1224">
                  <c:v>25.6</c:v>
                </c:pt>
                <c:pt idx="1225">
                  <c:v>25.6</c:v>
                </c:pt>
                <c:pt idx="1226">
                  <c:v>25.6</c:v>
                </c:pt>
                <c:pt idx="1227">
                  <c:v>25.6</c:v>
                </c:pt>
                <c:pt idx="1228">
                  <c:v>25.6</c:v>
                </c:pt>
                <c:pt idx="1229">
                  <c:v>25.6</c:v>
                </c:pt>
                <c:pt idx="1230">
                  <c:v>25.6</c:v>
                </c:pt>
                <c:pt idx="1231">
                  <c:v>25.6</c:v>
                </c:pt>
                <c:pt idx="1232">
                  <c:v>25.7</c:v>
                </c:pt>
                <c:pt idx="1233">
                  <c:v>25.7</c:v>
                </c:pt>
                <c:pt idx="1234">
                  <c:v>25.7</c:v>
                </c:pt>
                <c:pt idx="1235">
                  <c:v>25.7</c:v>
                </c:pt>
                <c:pt idx="1236">
                  <c:v>25.7</c:v>
                </c:pt>
                <c:pt idx="1237">
                  <c:v>25.7</c:v>
                </c:pt>
                <c:pt idx="1238">
                  <c:v>25.7</c:v>
                </c:pt>
                <c:pt idx="1239">
                  <c:v>25.8</c:v>
                </c:pt>
                <c:pt idx="1240">
                  <c:v>25.8</c:v>
                </c:pt>
                <c:pt idx="1241">
                  <c:v>25.8</c:v>
                </c:pt>
                <c:pt idx="1242">
                  <c:v>25.8</c:v>
                </c:pt>
                <c:pt idx="1243">
                  <c:v>25.5</c:v>
                </c:pt>
                <c:pt idx="1244">
                  <c:v>25.5</c:v>
                </c:pt>
                <c:pt idx="1245">
                  <c:v>25.5</c:v>
                </c:pt>
                <c:pt idx="1246">
                  <c:v>25.5</c:v>
                </c:pt>
                <c:pt idx="1247">
                  <c:v>25.5</c:v>
                </c:pt>
                <c:pt idx="1248">
                  <c:v>25.5</c:v>
                </c:pt>
                <c:pt idx="1249">
                  <c:v>25.6</c:v>
                </c:pt>
                <c:pt idx="1250">
                  <c:v>25.6</c:v>
                </c:pt>
                <c:pt idx="1251">
                  <c:v>25.6</c:v>
                </c:pt>
                <c:pt idx="1252">
                  <c:v>25.6</c:v>
                </c:pt>
                <c:pt idx="1253">
                  <c:v>25.6</c:v>
                </c:pt>
                <c:pt idx="1254">
                  <c:v>25.6</c:v>
                </c:pt>
                <c:pt idx="1255">
                  <c:v>25.6</c:v>
                </c:pt>
                <c:pt idx="1256">
                  <c:v>25.6</c:v>
                </c:pt>
                <c:pt idx="1257">
                  <c:v>25.6</c:v>
                </c:pt>
                <c:pt idx="1258">
                  <c:v>25.6</c:v>
                </c:pt>
                <c:pt idx="1259">
                  <c:v>25.6</c:v>
                </c:pt>
                <c:pt idx="1260">
                  <c:v>25.6</c:v>
                </c:pt>
                <c:pt idx="1261">
                  <c:v>25.6</c:v>
                </c:pt>
                <c:pt idx="1262">
                  <c:v>25.6</c:v>
                </c:pt>
                <c:pt idx="1263">
                  <c:v>25.6</c:v>
                </c:pt>
                <c:pt idx="1264">
                  <c:v>25.6</c:v>
                </c:pt>
                <c:pt idx="1265">
                  <c:v>25.7</c:v>
                </c:pt>
                <c:pt idx="1266">
                  <c:v>25.7</c:v>
                </c:pt>
                <c:pt idx="1267">
                  <c:v>25.7</c:v>
                </c:pt>
                <c:pt idx="1268">
                  <c:v>25.7</c:v>
                </c:pt>
                <c:pt idx="1269">
                  <c:v>25.8</c:v>
                </c:pt>
                <c:pt idx="1270">
                  <c:v>25.7</c:v>
                </c:pt>
                <c:pt idx="1271">
                  <c:v>25.7</c:v>
                </c:pt>
                <c:pt idx="1272">
                  <c:v>25.7</c:v>
                </c:pt>
                <c:pt idx="1273">
                  <c:v>25.8</c:v>
                </c:pt>
                <c:pt idx="1274">
                  <c:v>25.8</c:v>
                </c:pt>
                <c:pt idx="1275">
                  <c:v>25.8</c:v>
                </c:pt>
                <c:pt idx="1276">
                  <c:v>25.8</c:v>
                </c:pt>
                <c:pt idx="1277">
                  <c:v>25.8</c:v>
                </c:pt>
                <c:pt idx="1278">
                  <c:v>25.8</c:v>
                </c:pt>
                <c:pt idx="1279">
                  <c:v>25.8</c:v>
                </c:pt>
                <c:pt idx="1280">
                  <c:v>25.9</c:v>
                </c:pt>
                <c:pt idx="1281">
                  <c:v>25.9</c:v>
                </c:pt>
                <c:pt idx="1282">
                  <c:v>25.5</c:v>
                </c:pt>
                <c:pt idx="1283">
                  <c:v>25.5</c:v>
                </c:pt>
                <c:pt idx="1284">
                  <c:v>25.5</c:v>
                </c:pt>
                <c:pt idx="1285">
                  <c:v>25.5</c:v>
                </c:pt>
                <c:pt idx="1286">
                  <c:v>25.5</c:v>
                </c:pt>
                <c:pt idx="1287">
                  <c:v>25.5</c:v>
                </c:pt>
                <c:pt idx="1288">
                  <c:v>25.5</c:v>
                </c:pt>
                <c:pt idx="1289">
                  <c:v>25.6</c:v>
                </c:pt>
                <c:pt idx="1290">
                  <c:v>25.6</c:v>
                </c:pt>
                <c:pt idx="1291">
                  <c:v>25.6</c:v>
                </c:pt>
                <c:pt idx="1292">
                  <c:v>25.6</c:v>
                </c:pt>
                <c:pt idx="1293">
                  <c:v>25.6</c:v>
                </c:pt>
                <c:pt idx="1294">
                  <c:v>25.6</c:v>
                </c:pt>
                <c:pt idx="1295">
                  <c:v>25.6</c:v>
                </c:pt>
                <c:pt idx="1296">
                  <c:v>25.6</c:v>
                </c:pt>
                <c:pt idx="1297">
                  <c:v>25.6</c:v>
                </c:pt>
                <c:pt idx="1298">
                  <c:v>25.6</c:v>
                </c:pt>
                <c:pt idx="1299">
                  <c:v>25.6</c:v>
                </c:pt>
                <c:pt idx="1300">
                  <c:v>25.6</c:v>
                </c:pt>
                <c:pt idx="1301">
                  <c:v>25.6</c:v>
                </c:pt>
                <c:pt idx="1302">
                  <c:v>25.6</c:v>
                </c:pt>
                <c:pt idx="1303">
                  <c:v>25.6</c:v>
                </c:pt>
                <c:pt idx="1304">
                  <c:v>25.6</c:v>
                </c:pt>
                <c:pt idx="1305">
                  <c:v>25.6</c:v>
                </c:pt>
                <c:pt idx="1306">
                  <c:v>25.6</c:v>
                </c:pt>
                <c:pt idx="1307">
                  <c:v>25.6</c:v>
                </c:pt>
                <c:pt idx="1308">
                  <c:v>25.7</c:v>
                </c:pt>
                <c:pt idx="1309">
                  <c:v>25.7</c:v>
                </c:pt>
                <c:pt idx="1310">
                  <c:v>25.7</c:v>
                </c:pt>
                <c:pt idx="1311">
                  <c:v>25.7</c:v>
                </c:pt>
                <c:pt idx="1312">
                  <c:v>25.7</c:v>
                </c:pt>
                <c:pt idx="1313">
                  <c:v>25.7</c:v>
                </c:pt>
                <c:pt idx="1314">
                  <c:v>25.8</c:v>
                </c:pt>
                <c:pt idx="1315">
                  <c:v>25.8</c:v>
                </c:pt>
                <c:pt idx="1316">
                  <c:v>25.8</c:v>
                </c:pt>
                <c:pt idx="1317">
                  <c:v>25.8</c:v>
                </c:pt>
                <c:pt idx="1318">
                  <c:v>25.8</c:v>
                </c:pt>
                <c:pt idx="1319">
                  <c:v>25.8</c:v>
                </c:pt>
                <c:pt idx="1320">
                  <c:v>25.6</c:v>
                </c:pt>
                <c:pt idx="1321">
                  <c:v>25.5</c:v>
                </c:pt>
                <c:pt idx="1322">
                  <c:v>25.5</c:v>
                </c:pt>
                <c:pt idx="1323">
                  <c:v>25.5</c:v>
                </c:pt>
                <c:pt idx="1324">
                  <c:v>25.5</c:v>
                </c:pt>
                <c:pt idx="1325">
                  <c:v>25.5</c:v>
                </c:pt>
                <c:pt idx="1326">
                  <c:v>25.5</c:v>
                </c:pt>
                <c:pt idx="1327">
                  <c:v>25.6</c:v>
                </c:pt>
                <c:pt idx="1328">
                  <c:v>25.6</c:v>
                </c:pt>
                <c:pt idx="1329">
                  <c:v>25.6</c:v>
                </c:pt>
                <c:pt idx="1330">
                  <c:v>25.6</c:v>
                </c:pt>
                <c:pt idx="1331">
                  <c:v>25.7</c:v>
                </c:pt>
                <c:pt idx="1332">
                  <c:v>25.8</c:v>
                </c:pt>
                <c:pt idx="1333">
                  <c:v>26.1</c:v>
                </c:pt>
                <c:pt idx="1334">
                  <c:v>26.1</c:v>
                </c:pt>
                <c:pt idx="1335">
                  <c:v>26.2</c:v>
                </c:pt>
                <c:pt idx="1336">
                  <c:v>26.2</c:v>
                </c:pt>
                <c:pt idx="1337">
                  <c:v>26.2</c:v>
                </c:pt>
                <c:pt idx="1338">
                  <c:v>26.2</c:v>
                </c:pt>
                <c:pt idx="1339">
                  <c:v>26.2</c:v>
                </c:pt>
                <c:pt idx="1340">
                  <c:v>26.2</c:v>
                </c:pt>
                <c:pt idx="1341">
                  <c:v>26.2</c:v>
                </c:pt>
                <c:pt idx="1342">
                  <c:v>26.2</c:v>
                </c:pt>
                <c:pt idx="1343">
                  <c:v>26.2</c:v>
                </c:pt>
                <c:pt idx="1344">
                  <c:v>26.2</c:v>
                </c:pt>
                <c:pt idx="1345">
                  <c:v>26.3</c:v>
                </c:pt>
                <c:pt idx="1346">
                  <c:v>26.3</c:v>
                </c:pt>
                <c:pt idx="1347">
                  <c:v>26.3</c:v>
                </c:pt>
                <c:pt idx="1348">
                  <c:v>26.3</c:v>
                </c:pt>
                <c:pt idx="1349">
                  <c:v>26.3</c:v>
                </c:pt>
                <c:pt idx="1350">
                  <c:v>26.3</c:v>
                </c:pt>
                <c:pt idx="1351">
                  <c:v>26.3</c:v>
                </c:pt>
                <c:pt idx="1352">
                  <c:v>26.2</c:v>
                </c:pt>
                <c:pt idx="1353">
                  <c:v>26.2</c:v>
                </c:pt>
                <c:pt idx="1354">
                  <c:v>26.2</c:v>
                </c:pt>
                <c:pt idx="1355">
                  <c:v>26.2</c:v>
                </c:pt>
                <c:pt idx="1356">
                  <c:v>26.2</c:v>
                </c:pt>
                <c:pt idx="1357">
                  <c:v>26.3</c:v>
                </c:pt>
                <c:pt idx="1358">
                  <c:v>25.8</c:v>
                </c:pt>
                <c:pt idx="1359">
                  <c:v>25.8</c:v>
                </c:pt>
                <c:pt idx="1360">
                  <c:v>25.8</c:v>
                </c:pt>
                <c:pt idx="1361">
                  <c:v>25.8</c:v>
                </c:pt>
                <c:pt idx="1362">
                  <c:v>25.8</c:v>
                </c:pt>
                <c:pt idx="1363">
                  <c:v>25.8</c:v>
                </c:pt>
                <c:pt idx="1364">
                  <c:v>25.8</c:v>
                </c:pt>
                <c:pt idx="1365">
                  <c:v>25.8</c:v>
                </c:pt>
                <c:pt idx="1366">
                  <c:v>25.8</c:v>
                </c:pt>
                <c:pt idx="1367">
                  <c:v>25.8</c:v>
                </c:pt>
                <c:pt idx="1368">
                  <c:v>25.8</c:v>
                </c:pt>
                <c:pt idx="1369">
                  <c:v>25.8</c:v>
                </c:pt>
                <c:pt idx="1370">
                  <c:v>25.8</c:v>
                </c:pt>
                <c:pt idx="1371">
                  <c:v>25.8</c:v>
                </c:pt>
                <c:pt idx="1372">
                  <c:v>25.9</c:v>
                </c:pt>
                <c:pt idx="1373">
                  <c:v>26</c:v>
                </c:pt>
                <c:pt idx="1374">
                  <c:v>26</c:v>
                </c:pt>
                <c:pt idx="1375">
                  <c:v>26</c:v>
                </c:pt>
                <c:pt idx="1376">
                  <c:v>26</c:v>
                </c:pt>
                <c:pt idx="1377">
                  <c:v>26</c:v>
                </c:pt>
                <c:pt idx="1378">
                  <c:v>26</c:v>
                </c:pt>
                <c:pt idx="1379">
                  <c:v>26</c:v>
                </c:pt>
                <c:pt idx="1380">
                  <c:v>26</c:v>
                </c:pt>
                <c:pt idx="1381">
                  <c:v>26</c:v>
                </c:pt>
                <c:pt idx="1382">
                  <c:v>26</c:v>
                </c:pt>
                <c:pt idx="1383">
                  <c:v>26</c:v>
                </c:pt>
                <c:pt idx="1384">
                  <c:v>26</c:v>
                </c:pt>
                <c:pt idx="1385">
                  <c:v>26</c:v>
                </c:pt>
                <c:pt idx="1386">
                  <c:v>26</c:v>
                </c:pt>
                <c:pt idx="1387">
                  <c:v>26</c:v>
                </c:pt>
                <c:pt idx="1388">
                  <c:v>26</c:v>
                </c:pt>
                <c:pt idx="1389">
                  <c:v>26</c:v>
                </c:pt>
                <c:pt idx="1390">
                  <c:v>26</c:v>
                </c:pt>
                <c:pt idx="1391">
                  <c:v>26</c:v>
                </c:pt>
                <c:pt idx="1392">
                  <c:v>26</c:v>
                </c:pt>
                <c:pt idx="1393">
                  <c:v>26</c:v>
                </c:pt>
                <c:pt idx="1394">
                  <c:v>26</c:v>
                </c:pt>
                <c:pt idx="1395">
                  <c:v>26</c:v>
                </c:pt>
                <c:pt idx="1396">
                  <c:v>26</c:v>
                </c:pt>
                <c:pt idx="1397">
                  <c:v>25.7</c:v>
                </c:pt>
                <c:pt idx="1398">
                  <c:v>25.7</c:v>
                </c:pt>
                <c:pt idx="1399">
                  <c:v>25.8</c:v>
                </c:pt>
                <c:pt idx="1400">
                  <c:v>25.8</c:v>
                </c:pt>
                <c:pt idx="1401">
                  <c:v>25.8</c:v>
                </c:pt>
                <c:pt idx="1402">
                  <c:v>25.7</c:v>
                </c:pt>
                <c:pt idx="1403">
                  <c:v>25.7</c:v>
                </c:pt>
                <c:pt idx="1404">
                  <c:v>25.7</c:v>
                </c:pt>
                <c:pt idx="1405">
                  <c:v>25.7</c:v>
                </c:pt>
                <c:pt idx="1406">
                  <c:v>25.7</c:v>
                </c:pt>
                <c:pt idx="1407">
                  <c:v>25.7</c:v>
                </c:pt>
                <c:pt idx="1408">
                  <c:v>25.7</c:v>
                </c:pt>
                <c:pt idx="1409">
                  <c:v>25.7</c:v>
                </c:pt>
                <c:pt idx="1410">
                  <c:v>25.6</c:v>
                </c:pt>
                <c:pt idx="1411">
                  <c:v>25.6</c:v>
                </c:pt>
                <c:pt idx="1412">
                  <c:v>25.6</c:v>
                </c:pt>
                <c:pt idx="1413">
                  <c:v>25.6</c:v>
                </c:pt>
                <c:pt idx="1414">
                  <c:v>25.6</c:v>
                </c:pt>
                <c:pt idx="1415">
                  <c:v>25.6</c:v>
                </c:pt>
                <c:pt idx="1416">
                  <c:v>25.6</c:v>
                </c:pt>
                <c:pt idx="1417">
                  <c:v>25.6</c:v>
                </c:pt>
                <c:pt idx="1418">
                  <c:v>25.6</c:v>
                </c:pt>
                <c:pt idx="1419">
                  <c:v>25.7</c:v>
                </c:pt>
                <c:pt idx="1420">
                  <c:v>25.7</c:v>
                </c:pt>
                <c:pt idx="1421">
                  <c:v>25.7</c:v>
                </c:pt>
                <c:pt idx="1422">
                  <c:v>25.7</c:v>
                </c:pt>
                <c:pt idx="1423">
                  <c:v>25.7</c:v>
                </c:pt>
                <c:pt idx="1424">
                  <c:v>25.7</c:v>
                </c:pt>
                <c:pt idx="1425">
                  <c:v>25.7</c:v>
                </c:pt>
                <c:pt idx="1426">
                  <c:v>25.7</c:v>
                </c:pt>
                <c:pt idx="1427">
                  <c:v>25.7</c:v>
                </c:pt>
                <c:pt idx="1428">
                  <c:v>25.7</c:v>
                </c:pt>
                <c:pt idx="1429">
                  <c:v>25.7</c:v>
                </c:pt>
                <c:pt idx="1430">
                  <c:v>25.7</c:v>
                </c:pt>
                <c:pt idx="1431">
                  <c:v>25.7</c:v>
                </c:pt>
                <c:pt idx="1432">
                  <c:v>25.7</c:v>
                </c:pt>
                <c:pt idx="1433">
                  <c:v>25.7</c:v>
                </c:pt>
                <c:pt idx="1434">
                  <c:v>25.7</c:v>
                </c:pt>
                <c:pt idx="1435">
                  <c:v>25.7</c:v>
                </c:pt>
                <c:pt idx="1436">
                  <c:v>25.5</c:v>
                </c:pt>
                <c:pt idx="1437">
                  <c:v>25.5</c:v>
                </c:pt>
                <c:pt idx="1438">
                  <c:v>25.5</c:v>
                </c:pt>
                <c:pt idx="1439">
                  <c:v>25.5</c:v>
                </c:pt>
                <c:pt idx="1440">
                  <c:v>25.5</c:v>
                </c:pt>
                <c:pt idx="1441">
                  <c:v>25.5</c:v>
                </c:pt>
                <c:pt idx="1442">
                  <c:v>25.5</c:v>
                </c:pt>
                <c:pt idx="1443">
                  <c:v>25.5</c:v>
                </c:pt>
                <c:pt idx="1444">
                  <c:v>25.5</c:v>
                </c:pt>
                <c:pt idx="1445">
                  <c:v>25.6</c:v>
                </c:pt>
                <c:pt idx="1446">
                  <c:v>25.6</c:v>
                </c:pt>
                <c:pt idx="1447">
                  <c:v>25.6</c:v>
                </c:pt>
                <c:pt idx="1448">
                  <c:v>25.6</c:v>
                </c:pt>
                <c:pt idx="1449">
                  <c:v>25.6</c:v>
                </c:pt>
                <c:pt idx="1450">
                  <c:v>25.7</c:v>
                </c:pt>
                <c:pt idx="1451">
                  <c:v>25.7</c:v>
                </c:pt>
                <c:pt idx="1452">
                  <c:v>25.7</c:v>
                </c:pt>
                <c:pt idx="1453">
                  <c:v>25.7</c:v>
                </c:pt>
                <c:pt idx="1454">
                  <c:v>25.7</c:v>
                </c:pt>
                <c:pt idx="1455">
                  <c:v>25.7</c:v>
                </c:pt>
                <c:pt idx="1456">
                  <c:v>25.7</c:v>
                </c:pt>
                <c:pt idx="1457">
                  <c:v>25.7</c:v>
                </c:pt>
                <c:pt idx="1458">
                  <c:v>25.7</c:v>
                </c:pt>
                <c:pt idx="1459">
                  <c:v>25.7</c:v>
                </c:pt>
                <c:pt idx="1460">
                  <c:v>25.7</c:v>
                </c:pt>
                <c:pt idx="1461">
                  <c:v>25.7</c:v>
                </c:pt>
                <c:pt idx="1462">
                  <c:v>25.7</c:v>
                </c:pt>
                <c:pt idx="1463">
                  <c:v>25.7</c:v>
                </c:pt>
                <c:pt idx="1464">
                  <c:v>25.7</c:v>
                </c:pt>
                <c:pt idx="1465">
                  <c:v>25.8</c:v>
                </c:pt>
                <c:pt idx="1466">
                  <c:v>25.8</c:v>
                </c:pt>
                <c:pt idx="1467">
                  <c:v>25.8</c:v>
                </c:pt>
                <c:pt idx="1468">
                  <c:v>25.8</c:v>
                </c:pt>
                <c:pt idx="1469">
                  <c:v>25.8</c:v>
                </c:pt>
                <c:pt idx="1470">
                  <c:v>25.8</c:v>
                </c:pt>
                <c:pt idx="1471">
                  <c:v>25.8</c:v>
                </c:pt>
                <c:pt idx="1472">
                  <c:v>25.8</c:v>
                </c:pt>
                <c:pt idx="1473">
                  <c:v>25.8</c:v>
                </c:pt>
                <c:pt idx="1474">
                  <c:v>25.5</c:v>
                </c:pt>
                <c:pt idx="1475">
                  <c:v>25.5</c:v>
                </c:pt>
                <c:pt idx="1476">
                  <c:v>25.5</c:v>
                </c:pt>
                <c:pt idx="1477">
                  <c:v>25.5</c:v>
                </c:pt>
                <c:pt idx="1478">
                  <c:v>25.5</c:v>
                </c:pt>
                <c:pt idx="1479">
                  <c:v>25.5</c:v>
                </c:pt>
                <c:pt idx="1480">
                  <c:v>25.5</c:v>
                </c:pt>
                <c:pt idx="1481">
                  <c:v>25.5</c:v>
                </c:pt>
                <c:pt idx="1482">
                  <c:v>25.5</c:v>
                </c:pt>
                <c:pt idx="1483">
                  <c:v>25.5</c:v>
                </c:pt>
                <c:pt idx="1484">
                  <c:v>25.5</c:v>
                </c:pt>
                <c:pt idx="1485">
                  <c:v>25.6</c:v>
                </c:pt>
                <c:pt idx="1486">
                  <c:v>25.6</c:v>
                </c:pt>
                <c:pt idx="1487">
                  <c:v>25.6</c:v>
                </c:pt>
                <c:pt idx="1488">
                  <c:v>25.7</c:v>
                </c:pt>
                <c:pt idx="1489">
                  <c:v>25.7</c:v>
                </c:pt>
                <c:pt idx="1490">
                  <c:v>25.7</c:v>
                </c:pt>
                <c:pt idx="1491">
                  <c:v>25.7</c:v>
                </c:pt>
                <c:pt idx="1492">
                  <c:v>25.7</c:v>
                </c:pt>
                <c:pt idx="1493">
                  <c:v>25.7</c:v>
                </c:pt>
                <c:pt idx="1494">
                  <c:v>25.7</c:v>
                </c:pt>
                <c:pt idx="1495">
                  <c:v>25.7</c:v>
                </c:pt>
                <c:pt idx="1496">
                  <c:v>25.7</c:v>
                </c:pt>
                <c:pt idx="1497">
                  <c:v>25.7</c:v>
                </c:pt>
                <c:pt idx="1498">
                  <c:v>25.7</c:v>
                </c:pt>
                <c:pt idx="1499">
                  <c:v>25.7</c:v>
                </c:pt>
                <c:pt idx="1500">
                  <c:v>25.7</c:v>
                </c:pt>
                <c:pt idx="1501">
                  <c:v>25.7</c:v>
                </c:pt>
                <c:pt idx="1502">
                  <c:v>25.7</c:v>
                </c:pt>
                <c:pt idx="1503">
                  <c:v>25.7</c:v>
                </c:pt>
                <c:pt idx="1504">
                  <c:v>25.7</c:v>
                </c:pt>
                <c:pt idx="1505">
                  <c:v>25.7</c:v>
                </c:pt>
                <c:pt idx="1506">
                  <c:v>25.7</c:v>
                </c:pt>
                <c:pt idx="1507">
                  <c:v>25.7</c:v>
                </c:pt>
                <c:pt idx="1508">
                  <c:v>25.7</c:v>
                </c:pt>
                <c:pt idx="1509">
                  <c:v>25.8</c:v>
                </c:pt>
                <c:pt idx="1510">
                  <c:v>25.8</c:v>
                </c:pt>
                <c:pt idx="1511">
                  <c:v>25.8</c:v>
                </c:pt>
                <c:pt idx="1512">
                  <c:v>25.3</c:v>
                </c:pt>
                <c:pt idx="1513">
                  <c:v>25.3</c:v>
                </c:pt>
                <c:pt idx="1514">
                  <c:v>25.3</c:v>
                </c:pt>
                <c:pt idx="1515">
                  <c:v>25.3</c:v>
                </c:pt>
                <c:pt idx="1516">
                  <c:v>25.3</c:v>
                </c:pt>
                <c:pt idx="1517">
                  <c:v>25.4</c:v>
                </c:pt>
                <c:pt idx="1518">
                  <c:v>25.4</c:v>
                </c:pt>
                <c:pt idx="1519">
                  <c:v>25.4</c:v>
                </c:pt>
                <c:pt idx="1520">
                  <c:v>25.4</c:v>
                </c:pt>
                <c:pt idx="1521">
                  <c:v>25.4</c:v>
                </c:pt>
                <c:pt idx="1522">
                  <c:v>25.4</c:v>
                </c:pt>
                <c:pt idx="1523">
                  <c:v>25.4</c:v>
                </c:pt>
                <c:pt idx="1524">
                  <c:v>25.4</c:v>
                </c:pt>
                <c:pt idx="1525">
                  <c:v>25.4</c:v>
                </c:pt>
                <c:pt idx="1526">
                  <c:v>25.4</c:v>
                </c:pt>
                <c:pt idx="1527">
                  <c:v>25.5</c:v>
                </c:pt>
                <c:pt idx="1528">
                  <c:v>25.5</c:v>
                </c:pt>
                <c:pt idx="1529">
                  <c:v>25.5</c:v>
                </c:pt>
                <c:pt idx="1530">
                  <c:v>25.5</c:v>
                </c:pt>
                <c:pt idx="1531">
                  <c:v>25.5</c:v>
                </c:pt>
                <c:pt idx="1532">
                  <c:v>25.5</c:v>
                </c:pt>
                <c:pt idx="1533">
                  <c:v>25.5</c:v>
                </c:pt>
                <c:pt idx="1534">
                  <c:v>25.5</c:v>
                </c:pt>
                <c:pt idx="1535">
                  <c:v>25.6</c:v>
                </c:pt>
                <c:pt idx="1536">
                  <c:v>25.5</c:v>
                </c:pt>
                <c:pt idx="1537">
                  <c:v>25.5</c:v>
                </c:pt>
                <c:pt idx="1538">
                  <c:v>25.5</c:v>
                </c:pt>
                <c:pt idx="1539">
                  <c:v>25.6</c:v>
                </c:pt>
                <c:pt idx="1540">
                  <c:v>25.6</c:v>
                </c:pt>
                <c:pt idx="1541">
                  <c:v>25.6</c:v>
                </c:pt>
                <c:pt idx="1542">
                  <c:v>25.6</c:v>
                </c:pt>
                <c:pt idx="1543">
                  <c:v>25.6</c:v>
                </c:pt>
                <c:pt idx="1544">
                  <c:v>25.6</c:v>
                </c:pt>
                <c:pt idx="1545">
                  <c:v>25.6</c:v>
                </c:pt>
                <c:pt idx="1546">
                  <c:v>25.6</c:v>
                </c:pt>
                <c:pt idx="1547">
                  <c:v>25.6</c:v>
                </c:pt>
                <c:pt idx="1548">
                  <c:v>25.6</c:v>
                </c:pt>
                <c:pt idx="1549">
                  <c:v>25.6</c:v>
                </c:pt>
                <c:pt idx="1550">
                  <c:v>25.5</c:v>
                </c:pt>
                <c:pt idx="1551">
                  <c:v>25.5</c:v>
                </c:pt>
                <c:pt idx="1552">
                  <c:v>25.5</c:v>
                </c:pt>
                <c:pt idx="1553">
                  <c:v>25.5</c:v>
                </c:pt>
                <c:pt idx="1554">
                  <c:v>25.6</c:v>
                </c:pt>
                <c:pt idx="1555">
                  <c:v>25.6</c:v>
                </c:pt>
                <c:pt idx="1556">
                  <c:v>25.6</c:v>
                </c:pt>
                <c:pt idx="1557">
                  <c:v>25.5</c:v>
                </c:pt>
                <c:pt idx="1558">
                  <c:v>25.5</c:v>
                </c:pt>
                <c:pt idx="1559">
                  <c:v>25.5</c:v>
                </c:pt>
                <c:pt idx="1560">
                  <c:v>25.5</c:v>
                </c:pt>
                <c:pt idx="1561">
                  <c:v>25.5</c:v>
                </c:pt>
                <c:pt idx="1562">
                  <c:v>25.5</c:v>
                </c:pt>
                <c:pt idx="1563">
                  <c:v>25.5</c:v>
                </c:pt>
                <c:pt idx="1564">
                  <c:v>25.6</c:v>
                </c:pt>
                <c:pt idx="1565">
                  <c:v>25.6</c:v>
                </c:pt>
                <c:pt idx="1566">
                  <c:v>25.6</c:v>
                </c:pt>
                <c:pt idx="1567">
                  <c:v>25.6</c:v>
                </c:pt>
                <c:pt idx="1568">
                  <c:v>25.6</c:v>
                </c:pt>
                <c:pt idx="1569">
                  <c:v>25.6</c:v>
                </c:pt>
                <c:pt idx="1570">
                  <c:v>25.6</c:v>
                </c:pt>
                <c:pt idx="1571">
                  <c:v>25.6</c:v>
                </c:pt>
                <c:pt idx="1572">
                  <c:v>25.6</c:v>
                </c:pt>
                <c:pt idx="1573">
                  <c:v>25.6</c:v>
                </c:pt>
                <c:pt idx="1574">
                  <c:v>25.6</c:v>
                </c:pt>
                <c:pt idx="1575">
                  <c:v>25.6</c:v>
                </c:pt>
                <c:pt idx="1576">
                  <c:v>25.6</c:v>
                </c:pt>
                <c:pt idx="1577">
                  <c:v>25.6</c:v>
                </c:pt>
                <c:pt idx="1578">
                  <c:v>25.6</c:v>
                </c:pt>
                <c:pt idx="1579">
                  <c:v>25.6</c:v>
                </c:pt>
                <c:pt idx="1580">
                  <c:v>25.6</c:v>
                </c:pt>
                <c:pt idx="1581">
                  <c:v>25.7</c:v>
                </c:pt>
                <c:pt idx="1582">
                  <c:v>25.7</c:v>
                </c:pt>
                <c:pt idx="1583">
                  <c:v>25.7</c:v>
                </c:pt>
                <c:pt idx="1584">
                  <c:v>25.7</c:v>
                </c:pt>
                <c:pt idx="1585">
                  <c:v>25.7</c:v>
                </c:pt>
                <c:pt idx="1586">
                  <c:v>25.7</c:v>
                </c:pt>
                <c:pt idx="1587">
                  <c:v>25.7</c:v>
                </c:pt>
                <c:pt idx="1588">
                  <c:v>25.7</c:v>
                </c:pt>
                <c:pt idx="1589">
                  <c:v>25.5</c:v>
                </c:pt>
                <c:pt idx="1590">
                  <c:v>25.5</c:v>
                </c:pt>
                <c:pt idx="1591">
                  <c:v>25.5</c:v>
                </c:pt>
                <c:pt idx="1592">
                  <c:v>25.5</c:v>
                </c:pt>
                <c:pt idx="1593">
                  <c:v>25.5</c:v>
                </c:pt>
                <c:pt idx="1594">
                  <c:v>25.5</c:v>
                </c:pt>
                <c:pt idx="1595">
                  <c:v>25.5</c:v>
                </c:pt>
                <c:pt idx="1596">
                  <c:v>25.5</c:v>
                </c:pt>
                <c:pt idx="1597">
                  <c:v>25.5</c:v>
                </c:pt>
                <c:pt idx="1598">
                  <c:v>25.5</c:v>
                </c:pt>
                <c:pt idx="1599">
                  <c:v>25.5</c:v>
                </c:pt>
                <c:pt idx="1600">
                  <c:v>25.5</c:v>
                </c:pt>
                <c:pt idx="1601">
                  <c:v>25.5</c:v>
                </c:pt>
                <c:pt idx="1602">
                  <c:v>25.5</c:v>
                </c:pt>
                <c:pt idx="1603">
                  <c:v>25.5</c:v>
                </c:pt>
                <c:pt idx="1604">
                  <c:v>25.5</c:v>
                </c:pt>
                <c:pt idx="1605">
                  <c:v>25.5</c:v>
                </c:pt>
                <c:pt idx="1606">
                  <c:v>25.5</c:v>
                </c:pt>
                <c:pt idx="1607">
                  <c:v>25.5</c:v>
                </c:pt>
                <c:pt idx="1608">
                  <c:v>25.5</c:v>
                </c:pt>
                <c:pt idx="1609">
                  <c:v>25.6</c:v>
                </c:pt>
                <c:pt idx="1610">
                  <c:v>25.6</c:v>
                </c:pt>
                <c:pt idx="1611">
                  <c:v>25.6</c:v>
                </c:pt>
                <c:pt idx="1612">
                  <c:v>25.6</c:v>
                </c:pt>
                <c:pt idx="1613">
                  <c:v>25.6</c:v>
                </c:pt>
                <c:pt idx="1614">
                  <c:v>25.6</c:v>
                </c:pt>
                <c:pt idx="1615">
                  <c:v>25.7</c:v>
                </c:pt>
                <c:pt idx="1616">
                  <c:v>25.7</c:v>
                </c:pt>
                <c:pt idx="1617">
                  <c:v>25.7</c:v>
                </c:pt>
                <c:pt idx="1618">
                  <c:v>25.7</c:v>
                </c:pt>
                <c:pt idx="1619">
                  <c:v>25.7</c:v>
                </c:pt>
                <c:pt idx="1620">
                  <c:v>25.7</c:v>
                </c:pt>
                <c:pt idx="1621">
                  <c:v>25.7</c:v>
                </c:pt>
                <c:pt idx="1622">
                  <c:v>25.7</c:v>
                </c:pt>
                <c:pt idx="1623">
                  <c:v>25.7</c:v>
                </c:pt>
                <c:pt idx="1624">
                  <c:v>25.7</c:v>
                </c:pt>
                <c:pt idx="1625">
                  <c:v>25.7</c:v>
                </c:pt>
                <c:pt idx="1626">
                  <c:v>25.7</c:v>
                </c:pt>
                <c:pt idx="1627">
                  <c:v>25.7</c:v>
                </c:pt>
                <c:pt idx="1628">
                  <c:v>25.6</c:v>
                </c:pt>
                <c:pt idx="1629">
                  <c:v>25.6</c:v>
                </c:pt>
                <c:pt idx="1630">
                  <c:v>25.6</c:v>
                </c:pt>
                <c:pt idx="1631">
                  <c:v>25.6</c:v>
                </c:pt>
                <c:pt idx="1632">
                  <c:v>25.6</c:v>
                </c:pt>
                <c:pt idx="1633">
                  <c:v>25.6</c:v>
                </c:pt>
                <c:pt idx="1634">
                  <c:v>25.6</c:v>
                </c:pt>
                <c:pt idx="1635">
                  <c:v>25.7</c:v>
                </c:pt>
                <c:pt idx="1636">
                  <c:v>25.7</c:v>
                </c:pt>
                <c:pt idx="1637">
                  <c:v>25.7</c:v>
                </c:pt>
                <c:pt idx="1638">
                  <c:v>25.7</c:v>
                </c:pt>
                <c:pt idx="1639">
                  <c:v>25.7</c:v>
                </c:pt>
                <c:pt idx="1640">
                  <c:v>25.6</c:v>
                </c:pt>
                <c:pt idx="1641">
                  <c:v>25.6</c:v>
                </c:pt>
                <c:pt idx="1642">
                  <c:v>25.6</c:v>
                </c:pt>
                <c:pt idx="1643">
                  <c:v>25.6</c:v>
                </c:pt>
                <c:pt idx="1644">
                  <c:v>25.6</c:v>
                </c:pt>
                <c:pt idx="1645">
                  <c:v>25.6</c:v>
                </c:pt>
                <c:pt idx="1646">
                  <c:v>25.6</c:v>
                </c:pt>
                <c:pt idx="1647">
                  <c:v>25.6</c:v>
                </c:pt>
                <c:pt idx="1648">
                  <c:v>25.6</c:v>
                </c:pt>
                <c:pt idx="1649">
                  <c:v>25.6</c:v>
                </c:pt>
                <c:pt idx="1650">
                  <c:v>25.6</c:v>
                </c:pt>
                <c:pt idx="1651">
                  <c:v>25.6</c:v>
                </c:pt>
                <c:pt idx="1652">
                  <c:v>25.6</c:v>
                </c:pt>
                <c:pt idx="1653">
                  <c:v>25.7</c:v>
                </c:pt>
                <c:pt idx="1654">
                  <c:v>25.7</c:v>
                </c:pt>
                <c:pt idx="1655">
                  <c:v>25.7</c:v>
                </c:pt>
                <c:pt idx="1656">
                  <c:v>25.7</c:v>
                </c:pt>
                <c:pt idx="1657">
                  <c:v>25.7</c:v>
                </c:pt>
                <c:pt idx="1658">
                  <c:v>25.7</c:v>
                </c:pt>
                <c:pt idx="1659">
                  <c:v>25.7</c:v>
                </c:pt>
                <c:pt idx="1660">
                  <c:v>25.7</c:v>
                </c:pt>
                <c:pt idx="1661">
                  <c:v>25.7</c:v>
                </c:pt>
                <c:pt idx="1662">
                  <c:v>25.7</c:v>
                </c:pt>
                <c:pt idx="1663">
                  <c:v>25.7</c:v>
                </c:pt>
                <c:pt idx="1664">
                  <c:v>25.7</c:v>
                </c:pt>
                <c:pt idx="1665">
                  <c:v>25.5</c:v>
                </c:pt>
                <c:pt idx="1666">
                  <c:v>25.5</c:v>
                </c:pt>
                <c:pt idx="1667">
                  <c:v>25.4</c:v>
                </c:pt>
                <c:pt idx="1668">
                  <c:v>25.4</c:v>
                </c:pt>
                <c:pt idx="1669">
                  <c:v>25.5</c:v>
                </c:pt>
                <c:pt idx="1670">
                  <c:v>25.6</c:v>
                </c:pt>
                <c:pt idx="1671">
                  <c:v>25.6</c:v>
                </c:pt>
                <c:pt idx="1672">
                  <c:v>25.5</c:v>
                </c:pt>
                <c:pt idx="1673">
                  <c:v>25.5</c:v>
                </c:pt>
                <c:pt idx="1674">
                  <c:v>25.5</c:v>
                </c:pt>
                <c:pt idx="1675">
                  <c:v>25.5</c:v>
                </c:pt>
                <c:pt idx="1676">
                  <c:v>25.5</c:v>
                </c:pt>
                <c:pt idx="1677">
                  <c:v>25.5</c:v>
                </c:pt>
                <c:pt idx="1678">
                  <c:v>25.5</c:v>
                </c:pt>
                <c:pt idx="1679">
                  <c:v>25.5</c:v>
                </c:pt>
                <c:pt idx="1680">
                  <c:v>25.5</c:v>
                </c:pt>
                <c:pt idx="1681">
                  <c:v>25.6</c:v>
                </c:pt>
                <c:pt idx="1682">
                  <c:v>25.6</c:v>
                </c:pt>
                <c:pt idx="1683">
                  <c:v>25.6</c:v>
                </c:pt>
                <c:pt idx="1684">
                  <c:v>25.6</c:v>
                </c:pt>
                <c:pt idx="1685">
                  <c:v>25.6</c:v>
                </c:pt>
                <c:pt idx="1686">
                  <c:v>25.6</c:v>
                </c:pt>
                <c:pt idx="1687">
                  <c:v>25.6</c:v>
                </c:pt>
                <c:pt idx="1688">
                  <c:v>25.6</c:v>
                </c:pt>
                <c:pt idx="1689">
                  <c:v>25.6</c:v>
                </c:pt>
                <c:pt idx="1690">
                  <c:v>25.6</c:v>
                </c:pt>
                <c:pt idx="1691">
                  <c:v>25.6</c:v>
                </c:pt>
                <c:pt idx="1692">
                  <c:v>25.6</c:v>
                </c:pt>
                <c:pt idx="1693">
                  <c:v>25.6</c:v>
                </c:pt>
                <c:pt idx="1694">
                  <c:v>25.6</c:v>
                </c:pt>
                <c:pt idx="1695">
                  <c:v>25.6</c:v>
                </c:pt>
                <c:pt idx="1696">
                  <c:v>25.6</c:v>
                </c:pt>
                <c:pt idx="1697">
                  <c:v>25.6</c:v>
                </c:pt>
                <c:pt idx="1698">
                  <c:v>25.6</c:v>
                </c:pt>
                <c:pt idx="1699">
                  <c:v>25.6</c:v>
                </c:pt>
                <c:pt idx="1700">
                  <c:v>25.6</c:v>
                </c:pt>
                <c:pt idx="1701">
                  <c:v>25.6</c:v>
                </c:pt>
                <c:pt idx="1702">
                  <c:v>25.5</c:v>
                </c:pt>
                <c:pt idx="1703">
                  <c:v>25.5</c:v>
                </c:pt>
                <c:pt idx="1704">
                  <c:v>25.5</c:v>
                </c:pt>
                <c:pt idx="1705">
                  <c:v>25.6</c:v>
                </c:pt>
                <c:pt idx="1706">
                  <c:v>25.6</c:v>
                </c:pt>
                <c:pt idx="1707">
                  <c:v>25.6</c:v>
                </c:pt>
                <c:pt idx="1708">
                  <c:v>25.5</c:v>
                </c:pt>
                <c:pt idx="1709">
                  <c:v>25.5</c:v>
                </c:pt>
                <c:pt idx="1710">
                  <c:v>25.5</c:v>
                </c:pt>
                <c:pt idx="1711">
                  <c:v>25.5</c:v>
                </c:pt>
                <c:pt idx="1712">
                  <c:v>25.5</c:v>
                </c:pt>
                <c:pt idx="1713">
                  <c:v>25.5</c:v>
                </c:pt>
                <c:pt idx="1714">
                  <c:v>25.5</c:v>
                </c:pt>
                <c:pt idx="1715">
                  <c:v>25.5</c:v>
                </c:pt>
                <c:pt idx="1716">
                  <c:v>25.5</c:v>
                </c:pt>
                <c:pt idx="1717">
                  <c:v>25.5</c:v>
                </c:pt>
                <c:pt idx="1718">
                  <c:v>25.6</c:v>
                </c:pt>
                <c:pt idx="1719">
                  <c:v>25.6</c:v>
                </c:pt>
                <c:pt idx="1720">
                  <c:v>25.5</c:v>
                </c:pt>
                <c:pt idx="1721">
                  <c:v>25.5</c:v>
                </c:pt>
                <c:pt idx="1722">
                  <c:v>25.5</c:v>
                </c:pt>
                <c:pt idx="1723">
                  <c:v>25.5</c:v>
                </c:pt>
                <c:pt idx="1724">
                  <c:v>25.6</c:v>
                </c:pt>
                <c:pt idx="1725">
                  <c:v>25.6</c:v>
                </c:pt>
                <c:pt idx="1726">
                  <c:v>25.6</c:v>
                </c:pt>
                <c:pt idx="1727">
                  <c:v>25.6</c:v>
                </c:pt>
                <c:pt idx="1728">
                  <c:v>25.6</c:v>
                </c:pt>
                <c:pt idx="1729">
                  <c:v>25.6</c:v>
                </c:pt>
                <c:pt idx="1730">
                  <c:v>25.6</c:v>
                </c:pt>
                <c:pt idx="1731">
                  <c:v>25.6</c:v>
                </c:pt>
                <c:pt idx="1732">
                  <c:v>25.7</c:v>
                </c:pt>
                <c:pt idx="1733">
                  <c:v>25.8</c:v>
                </c:pt>
                <c:pt idx="1734">
                  <c:v>25.8</c:v>
                </c:pt>
                <c:pt idx="1735">
                  <c:v>25.9</c:v>
                </c:pt>
                <c:pt idx="1736">
                  <c:v>26</c:v>
                </c:pt>
                <c:pt idx="1737">
                  <c:v>26</c:v>
                </c:pt>
                <c:pt idx="1738">
                  <c:v>26</c:v>
                </c:pt>
                <c:pt idx="1739">
                  <c:v>25.9</c:v>
                </c:pt>
                <c:pt idx="1740">
                  <c:v>25.9</c:v>
                </c:pt>
                <c:pt idx="1741">
                  <c:v>25.9</c:v>
                </c:pt>
                <c:pt idx="1742">
                  <c:v>25.8</c:v>
                </c:pt>
                <c:pt idx="1743">
                  <c:v>25.8</c:v>
                </c:pt>
                <c:pt idx="1744">
                  <c:v>25.8</c:v>
                </c:pt>
                <c:pt idx="1745">
                  <c:v>25.8</c:v>
                </c:pt>
                <c:pt idx="1746">
                  <c:v>25.8</c:v>
                </c:pt>
                <c:pt idx="1747">
                  <c:v>25.8</c:v>
                </c:pt>
                <c:pt idx="1748">
                  <c:v>25.8</c:v>
                </c:pt>
                <c:pt idx="1749">
                  <c:v>25.8</c:v>
                </c:pt>
                <c:pt idx="1750">
                  <c:v>25.8</c:v>
                </c:pt>
                <c:pt idx="1751">
                  <c:v>25.8</c:v>
                </c:pt>
                <c:pt idx="1752">
                  <c:v>25.7</c:v>
                </c:pt>
                <c:pt idx="1753">
                  <c:v>25.7</c:v>
                </c:pt>
                <c:pt idx="1754">
                  <c:v>25.7</c:v>
                </c:pt>
                <c:pt idx="1755">
                  <c:v>25.7</c:v>
                </c:pt>
                <c:pt idx="1756">
                  <c:v>25.7</c:v>
                </c:pt>
                <c:pt idx="1757">
                  <c:v>25.8</c:v>
                </c:pt>
                <c:pt idx="1758">
                  <c:v>25.8</c:v>
                </c:pt>
                <c:pt idx="1759">
                  <c:v>25.7</c:v>
                </c:pt>
                <c:pt idx="1760">
                  <c:v>25.7</c:v>
                </c:pt>
                <c:pt idx="1761">
                  <c:v>25.7</c:v>
                </c:pt>
                <c:pt idx="1762">
                  <c:v>25.7</c:v>
                </c:pt>
                <c:pt idx="1763">
                  <c:v>25.7</c:v>
                </c:pt>
                <c:pt idx="1764">
                  <c:v>25.7</c:v>
                </c:pt>
                <c:pt idx="1765">
                  <c:v>25.7</c:v>
                </c:pt>
                <c:pt idx="1766">
                  <c:v>25.7</c:v>
                </c:pt>
                <c:pt idx="1767">
                  <c:v>25.7</c:v>
                </c:pt>
              </c:numCache>
            </c:numRef>
          </c:val>
          <c:smooth val="0"/>
        </c:ser>
        <c:dLbls>
          <c:showLegendKey val="0"/>
          <c:showVal val="0"/>
          <c:showCatName val="0"/>
          <c:showSerName val="0"/>
          <c:showPercent val="0"/>
          <c:showBubbleSize val="0"/>
        </c:dLbls>
        <c:marker val="0"/>
        <c:smooth val="0"/>
        <c:axId val="104747341"/>
        <c:axId val="176163016"/>
      </c:lineChart>
      <c:catAx>
        <c:axId val="104747341"/>
        <c:scaling>
          <c:orientation val="minMax"/>
        </c:scaling>
        <c:delete val="0"/>
        <c:axPos val="b"/>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176163016"/>
        <c:crosses val="autoZero"/>
        <c:auto val="1"/>
        <c:lblAlgn val="ctr"/>
        <c:lblOffset val="100"/>
        <c:noMultiLvlLbl val="0"/>
      </c:catAx>
      <c:valAx>
        <c:axId val="176163016"/>
        <c:scaling>
          <c:orientation val="minMax"/>
          <c:min val="24"/>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104747341"/>
        <c:crosses val="autoZero"/>
        <c:crossBetween val="between"/>
      </c:valAx>
      <c:spPr>
        <a:noFill/>
        <a:ln>
          <a:noFill/>
        </a:ln>
        <a:effectLst/>
      </c:spPr>
    </c:plotArea>
    <c:plotVisOnly val="1"/>
    <c:dispBlanksAs val="gap"/>
    <c:showDLblsOverMax val="0"/>
  </c:chart>
  <c:spPr>
    <a:solidFill>
      <a:schemeClr val="bg1"/>
    </a:solidFill>
    <a:ln w="9525" cap="flat" cmpd="sng" algn="ctr">
      <a:solidFill>
        <a:schemeClr val="tx1">
          <a:lumMod val="15000"/>
          <a:lumOff val="85000"/>
        </a:schemeClr>
      </a:solidFill>
      <a:round/>
    </a:ln>
    <a:effectLst/>
  </c:spPr>
  <c:txPr>
    <a:bodyPr/>
    <a:lstStyle/>
    <a:p>
      <a:pPr>
        <a:defRPr lang="zh-CN"/>
      </a:p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layout/>
      <c:overlay val="0"/>
      <c:spPr>
        <a:noFill/>
        <a:ln>
          <a:noFill/>
        </a:ln>
        <a:effectLst/>
      </c:spPr>
      <c:txPr>
        <a:bodyPr rot="0" spcFirstLastPara="0" vertOverflow="ellipsis" vert="horz" wrap="square" anchor="ctr" anchorCtr="1"/>
        <a:lstStyle/>
        <a:p>
          <a:pPr>
            <a:defRPr lang="zh-CN" sz="1400" b="0" i="0" u="none" strike="noStrike" kern="1200" spc="0" baseline="0">
              <a:solidFill>
                <a:schemeClr val="tx1">
                  <a:lumMod val="65000"/>
                  <a:lumOff val="35000"/>
                </a:schemeClr>
              </a:solidFill>
              <a:latin typeface="+mn-lt"/>
              <a:ea typeface="+mn-ea"/>
              <a:cs typeface="+mn-cs"/>
            </a:defRPr>
          </a:pPr>
        </a:p>
      </c:txPr>
    </c:title>
    <c:autoTitleDeleted val="0"/>
    <c:plotArea>
      <c:layout/>
      <c:lineChart>
        <c:grouping val="standard"/>
        <c:varyColors val="0"/>
        <c:ser>
          <c:idx val="0"/>
          <c:order val="0"/>
          <c:tx>
            <c:strRef>
              <c:f>[工作簿3]Sheet5!$O$1</c:f>
              <c:strCache>
                <c:ptCount val="1"/>
                <c:pt idx="0">
                  <c:v>温度</c:v>
                </c:pt>
              </c:strCache>
            </c:strRef>
          </c:tx>
          <c:spPr>
            <a:ln w="28575" cap="rnd">
              <a:solidFill>
                <a:schemeClr val="accent1"/>
              </a:solidFill>
              <a:round/>
            </a:ln>
            <a:effectLst/>
          </c:spPr>
          <c:marker>
            <c:symbol val="none"/>
          </c:marker>
          <c:dLbls>
            <c:delete val="1"/>
          </c:dLbls>
          <c:val>
            <c:numRef>
              <c:f>[工作簿3]Sheet5!$O$2:$O$1836</c:f>
              <c:numCache>
                <c:formatCode>General</c:formatCode>
                <c:ptCount val="1745"/>
                <c:pt idx="0">
                  <c:v>27.2</c:v>
                </c:pt>
                <c:pt idx="1">
                  <c:v>27.2</c:v>
                </c:pt>
                <c:pt idx="2">
                  <c:v>27.2</c:v>
                </c:pt>
                <c:pt idx="3">
                  <c:v>26.9</c:v>
                </c:pt>
                <c:pt idx="4">
                  <c:v>26.7</c:v>
                </c:pt>
                <c:pt idx="5">
                  <c:v>26.7</c:v>
                </c:pt>
                <c:pt idx="6">
                  <c:v>26.7</c:v>
                </c:pt>
                <c:pt idx="7">
                  <c:v>26.7</c:v>
                </c:pt>
                <c:pt idx="8">
                  <c:v>26.7</c:v>
                </c:pt>
                <c:pt idx="9">
                  <c:v>26.7</c:v>
                </c:pt>
                <c:pt idx="10">
                  <c:v>26.7</c:v>
                </c:pt>
                <c:pt idx="11">
                  <c:v>26.7</c:v>
                </c:pt>
                <c:pt idx="12">
                  <c:v>26.7</c:v>
                </c:pt>
                <c:pt idx="13">
                  <c:v>26.7</c:v>
                </c:pt>
                <c:pt idx="14">
                  <c:v>26.7</c:v>
                </c:pt>
                <c:pt idx="15">
                  <c:v>27</c:v>
                </c:pt>
                <c:pt idx="16">
                  <c:v>27</c:v>
                </c:pt>
                <c:pt idx="17">
                  <c:v>27</c:v>
                </c:pt>
                <c:pt idx="18">
                  <c:v>27</c:v>
                </c:pt>
                <c:pt idx="19">
                  <c:v>27</c:v>
                </c:pt>
                <c:pt idx="20">
                  <c:v>27</c:v>
                </c:pt>
                <c:pt idx="21">
                  <c:v>27</c:v>
                </c:pt>
                <c:pt idx="22">
                  <c:v>27</c:v>
                </c:pt>
                <c:pt idx="23">
                  <c:v>27</c:v>
                </c:pt>
                <c:pt idx="24">
                  <c:v>27</c:v>
                </c:pt>
                <c:pt idx="25">
                  <c:v>27</c:v>
                </c:pt>
                <c:pt idx="26">
                  <c:v>27</c:v>
                </c:pt>
                <c:pt idx="27">
                  <c:v>27</c:v>
                </c:pt>
                <c:pt idx="28">
                  <c:v>27</c:v>
                </c:pt>
                <c:pt idx="29">
                  <c:v>27</c:v>
                </c:pt>
                <c:pt idx="30">
                  <c:v>26.9</c:v>
                </c:pt>
                <c:pt idx="31">
                  <c:v>26.9</c:v>
                </c:pt>
                <c:pt idx="32">
                  <c:v>26.7</c:v>
                </c:pt>
                <c:pt idx="33">
                  <c:v>26.7</c:v>
                </c:pt>
                <c:pt idx="34">
                  <c:v>26.7</c:v>
                </c:pt>
                <c:pt idx="35">
                  <c:v>26.7</c:v>
                </c:pt>
                <c:pt idx="36">
                  <c:v>26.7</c:v>
                </c:pt>
                <c:pt idx="37">
                  <c:v>26.7</c:v>
                </c:pt>
                <c:pt idx="38">
                  <c:v>26.9</c:v>
                </c:pt>
                <c:pt idx="39">
                  <c:v>26.9</c:v>
                </c:pt>
                <c:pt idx="40">
                  <c:v>26.9</c:v>
                </c:pt>
                <c:pt idx="41">
                  <c:v>26.9</c:v>
                </c:pt>
                <c:pt idx="42">
                  <c:v>26.9</c:v>
                </c:pt>
                <c:pt idx="43">
                  <c:v>26.9</c:v>
                </c:pt>
                <c:pt idx="44">
                  <c:v>26.9</c:v>
                </c:pt>
                <c:pt idx="45">
                  <c:v>27</c:v>
                </c:pt>
                <c:pt idx="46">
                  <c:v>27</c:v>
                </c:pt>
                <c:pt idx="47">
                  <c:v>27</c:v>
                </c:pt>
                <c:pt idx="48">
                  <c:v>27</c:v>
                </c:pt>
                <c:pt idx="49">
                  <c:v>27</c:v>
                </c:pt>
                <c:pt idx="50">
                  <c:v>27</c:v>
                </c:pt>
                <c:pt idx="51">
                  <c:v>27</c:v>
                </c:pt>
                <c:pt idx="52">
                  <c:v>27</c:v>
                </c:pt>
                <c:pt idx="53">
                  <c:v>27.1</c:v>
                </c:pt>
                <c:pt idx="54">
                  <c:v>27</c:v>
                </c:pt>
                <c:pt idx="55">
                  <c:v>27</c:v>
                </c:pt>
                <c:pt idx="56">
                  <c:v>27.1</c:v>
                </c:pt>
                <c:pt idx="57">
                  <c:v>27.1</c:v>
                </c:pt>
                <c:pt idx="58">
                  <c:v>27.1</c:v>
                </c:pt>
                <c:pt idx="59">
                  <c:v>27.1</c:v>
                </c:pt>
                <c:pt idx="60">
                  <c:v>27.1</c:v>
                </c:pt>
                <c:pt idx="61">
                  <c:v>27.1</c:v>
                </c:pt>
                <c:pt idx="62">
                  <c:v>27.1</c:v>
                </c:pt>
                <c:pt idx="63">
                  <c:v>27.1</c:v>
                </c:pt>
                <c:pt idx="64">
                  <c:v>27.2</c:v>
                </c:pt>
                <c:pt idx="65">
                  <c:v>27.2</c:v>
                </c:pt>
                <c:pt idx="66">
                  <c:v>27.2</c:v>
                </c:pt>
                <c:pt idx="67">
                  <c:v>27.2</c:v>
                </c:pt>
                <c:pt idx="68">
                  <c:v>27.2</c:v>
                </c:pt>
                <c:pt idx="69">
                  <c:v>26.4</c:v>
                </c:pt>
                <c:pt idx="70">
                  <c:v>26.4</c:v>
                </c:pt>
                <c:pt idx="71">
                  <c:v>26.4</c:v>
                </c:pt>
                <c:pt idx="72">
                  <c:v>26.4</c:v>
                </c:pt>
                <c:pt idx="73">
                  <c:v>26.4</c:v>
                </c:pt>
                <c:pt idx="74">
                  <c:v>26.5</c:v>
                </c:pt>
                <c:pt idx="75">
                  <c:v>26.5</c:v>
                </c:pt>
                <c:pt idx="76">
                  <c:v>26.5</c:v>
                </c:pt>
                <c:pt idx="77">
                  <c:v>26.6</c:v>
                </c:pt>
                <c:pt idx="78">
                  <c:v>26.6</c:v>
                </c:pt>
                <c:pt idx="79">
                  <c:v>26.7</c:v>
                </c:pt>
                <c:pt idx="80">
                  <c:v>26.7</c:v>
                </c:pt>
                <c:pt idx="81">
                  <c:v>26.7</c:v>
                </c:pt>
                <c:pt idx="82">
                  <c:v>26.9</c:v>
                </c:pt>
                <c:pt idx="83">
                  <c:v>26.9</c:v>
                </c:pt>
                <c:pt idx="84">
                  <c:v>27</c:v>
                </c:pt>
                <c:pt idx="85">
                  <c:v>27</c:v>
                </c:pt>
                <c:pt idx="86">
                  <c:v>27</c:v>
                </c:pt>
                <c:pt idx="87">
                  <c:v>27</c:v>
                </c:pt>
                <c:pt idx="88">
                  <c:v>27.1</c:v>
                </c:pt>
                <c:pt idx="89">
                  <c:v>27.1</c:v>
                </c:pt>
                <c:pt idx="90">
                  <c:v>27.2</c:v>
                </c:pt>
                <c:pt idx="91">
                  <c:v>27.2</c:v>
                </c:pt>
                <c:pt idx="92">
                  <c:v>27.2</c:v>
                </c:pt>
                <c:pt idx="93">
                  <c:v>27.2</c:v>
                </c:pt>
                <c:pt idx="94">
                  <c:v>27.2</c:v>
                </c:pt>
                <c:pt idx="95">
                  <c:v>27.2</c:v>
                </c:pt>
                <c:pt idx="96">
                  <c:v>27.2</c:v>
                </c:pt>
                <c:pt idx="97">
                  <c:v>27.2</c:v>
                </c:pt>
                <c:pt idx="98">
                  <c:v>27.4</c:v>
                </c:pt>
                <c:pt idx="99">
                  <c:v>27.4</c:v>
                </c:pt>
                <c:pt idx="100">
                  <c:v>27.4</c:v>
                </c:pt>
                <c:pt idx="101">
                  <c:v>27.5</c:v>
                </c:pt>
                <c:pt idx="102">
                  <c:v>27.5</c:v>
                </c:pt>
                <c:pt idx="103">
                  <c:v>27.6</c:v>
                </c:pt>
                <c:pt idx="104">
                  <c:v>27.6</c:v>
                </c:pt>
                <c:pt idx="105">
                  <c:v>26.5</c:v>
                </c:pt>
                <c:pt idx="106">
                  <c:v>26.5</c:v>
                </c:pt>
                <c:pt idx="107">
                  <c:v>26.5</c:v>
                </c:pt>
                <c:pt idx="108">
                  <c:v>26.5</c:v>
                </c:pt>
                <c:pt idx="109">
                  <c:v>26.5</c:v>
                </c:pt>
                <c:pt idx="110">
                  <c:v>26.7</c:v>
                </c:pt>
                <c:pt idx="111">
                  <c:v>26.7</c:v>
                </c:pt>
                <c:pt idx="112">
                  <c:v>26.7</c:v>
                </c:pt>
                <c:pt idx="113">
                  <c:v>26.7</c:v>
                </c:pt>
                <c:pt idx="114">
                  <c:v>26.7</c:v>
                </c:pt>
                <c:pt idx="115">
                  <c:v>26.9</c:v>
                </c:pt>
                <c:pt idx="116">
                  <c:v>27</c:v>
                </c:pt>
                <c:pt idx="117">
                  <c:v>27</c:v>
                </c:pt>
                <c:pt idx="118">
                  <c:v>27</c:v>
                </c:pt>
                <c:pt idx="119">
                  <c:v>27.1</c:v>
                </c:pt>
                <c:pt idx="120">
                  <c:v>27.1</c:v>
                </c:pt>
                <c:pt idx="121">
                  <c:v>27.2</c:v>
                </c:pt>
                <c:pt idx="122">
                  <c:v>27.2</c:v>
                </c:pt>
                <c:pt idx="123">
                  <c:v>27.2</c:v>
                </c:pt>
                <c:pt idx="124">
                  <c:v>27.4</c:v>
                </c:pt>
                <c:pt idx="125">
                  <c:v>27.5</c:v>
                </c:pt>
                <c:pt idx="126">
                  <c:v>27.6</c:v>
                </c:pt>
                <c:pt idx="127">
                  <c:v>27.6</c:v>
                </c:pt>
                <c:pt idx="128">
                  <c:v>27.7</c:v>
                </c:pt>
                <c:pt idx="129">
                  <c:v>27.7</c:v>
                </c:pt>
                <c:pt idx="130">
                  <c:v>27.7</c:v>
                </c:pt>
                <c:pt idx="131">
                  <c:v>27.7</c:v>
                </c:pt>
                <c:pt idx="132">
                  <c:v>27.8</c:v>
                </c:pt>
                <c:pt idx="133">
                  <c:v>28</c:v>
                </c:pt>
                <c:pt idx="134">
                  <c:v>28</c:v>
                </c:pt>
                <c:pt idx="135">
                  <c:v>28.1</c:v>
                </c:pt>
                <c:pt idx="136">
                  <c:v>28.1</c:v>
                </c:pt>
                <c:pt idx="137">
                  <c:v>28.2</c:v>
                </c:pt>
                <c:pt idx="138">
                  <c:v>28.3</c:v>
                </c:pt>
                <c:pt idx="139">
                  <c:v>28.3</c:v>
                </c:pt>
                <c:pt idx="140">
                  <c:v>28.3</c:v>
                </c:pt>
                <c:pt idx="141">
                  <c:v>28.3</c:v>
                </c:pt>
                <c:pt idx="142">
                  <c:v>26.3</c:v>
                </c:pt>
                <c:pt idx="143">
                  <c:v>26.3</c:v>
                </c:pt>
                <c:pt idx="144">
                  <c:v>26.3</c:v>
                </c:pt>
                <c:pt idx="145">
                  <c:v>26.4</c:v>
                </c:pt>
                <c:pt idx="146">
                  <c:v>26.4</c:v>
                </c:pt>
                <c:pt idx="147">
                  <c:v>26.5</c:v>
                </c:pt>
                <c:pt idx="148">
                  <c:v>26.4</c:v>
                </c:pt>
                <c:pt idx="149">
                  <c:v>26.6</c:v>
                </c:pt>
                <c:pt idx="150">
                  <c:v>26.7</c:v>
                </c:pt>
                <c:pt idx="151">
                  <c:v>26.7</c:v>
                </c:pt>
                <c:pt idx="152">
                  <c:v>26.9</c:v>
                </c:pt>
                <c:pt idx="153">
                  <c:v>26.9</c:v>
                </c:pt>
                <c:pt idx="154">
                  <c:v>27</c:v>
                </c:pt>
                <c:pt idx="155">
                  <c:v>27</c:v>
                </c:pt>
                <c:pt idx="156">
                  <c:v>27</c:v>
                </c:pt>
                <c:pt idx="157">
                  <c:v>27</c:v>
                </c:pt>
                <c:pt idx="158">
                  <c:v>27.1</c:v>
                </c:pt>
                <c:pt idx="159">
                  <c:v>27.2</c:v>
                </c:pt>
                <c:pt idx="160">
                  <c:v>27.2</c:v>
                </c:pt>
                <c:pt idx="161">
                  <c:v>27.2</c:v>
                </c:pt>
                <c:pt idx="162">
                  <c:v>27.2</c:v>
                </c:pt>
                <c:pt idx="163">
                  <c:v>27.2</c:v>
                </c:pt>
                <c:pt idx="164">
                  <c:v>27.2</c:v>
                </c:pt>
                <c:pt idx="165">
                  <c:v>27.2</c:v>
                </c:pt>
                <c:pt idx="166">
                  <c:v>27.5</c:v>
                </c:pt>
                <c:pt idx="167">
                  <c:v>27.6</c:v>
                </c:pt>
                <c:pt idx="168">
                  <c:v>27.6</c:v>
                </c:pt>
                <c:pt idx="169">
                  <c:v>27.7</c:v>
                </c:pt>
                <c:pt idx="170">
                  <c:v>27.7</c:v>
                </c:pt>
                <c:pt idx="171">
                  <c:v>27.8</c:v>
                </c:pt>
                <c:pt idx="172">
                  <c:v>27.8</c:v>
                </c:pt>
                <c:pt idx="173">
                  <c:v>27.8</c:v>
                </c:pt>
                <c:pt idx="174">
                  <c:v>27.8</c:v>
                </c:pt>
                <c:pt idx="175">
                  <c:v>27.9</c:v>
                </c:pt>
                <c:pt idx="176">
                  <c:v>27.9</c:v>
                </c:pt>
                <c:pt idx="177">
                  <c:v>27.9</c:v>
                </c:pt>
                <c:pt idx="178">
                  <c:v>28</c:v>
                </c:pt>
                <c:pt idx="179">
                  <c:v>26.5</c:v>
                </c:pt>
                <c:pt idx="180">
                  <c:v>26.5</c:v>
                </c:pt>
                <c:pt idx="181">
                  <c:v>26.5</c:v>
                </c:pt>
                <c:pt idx="182">
                  <c:v>26.5</c:v>
                </c:pt>
                <c:pt idx="183">
                  <c:v>26.6</c:v>
                </c:pt>
                <c:pt idx="184">
                  <c:v>26.6</c:v>
                </c:pt>
                <c:pt idx="185">
                  <c:v>26.6</c:v>
                </c:pt>
                <c:pt idx="186">
                  <c:v>26.7</c:v>
                </c:pt>
                <c:pt idx="187">
                  <c:v>26.7</c:v>
                </c:pt>
                <c:pt idx="188">
                  <c:v>26.7</c:v>
                </c:pt>
                <c:pt idx="189">
                  <c:v>26.9</c:v>
                </c:pt>
                <c:pt idx="190">
                  <c:v>27</c:v>
                </c:pt>
                <c:pt idx="191">
                  <c:v>27</c:v>
                </c:pt>
                <c:pt idx="192">
                  <c:v>27.2</c:v>
                </c:pt>
                <c:pt idx="193">
                  <c:v>27.2</c:v>
                </c:pt>
                <c:pt idx="194">
                  <c:v>27.2</c:v>
                </c:pt>
                <c:pt idx="195">
                  <c:v>27.2</c:v>
                </c:pt>
                <c:pt idx="196">
                  <c:v>27.4</c:v>
                </c:pt>
                <c:pt idx="197">
                  <c:v>27.4</c:v>
                </c:pt>
                <c:pt idx="198">
                  <c:v>27.5</c:v>
                </c:pt>
                <c:pt idx="199">
                  <c:v>27.6</c:v>
                </c:pt>
                <c:pt idx="200">
                  <c:v>27.6</c:v>
                </c:pt>
                <c:pt idx="201">
                  <c:v>27.6</c:v>
                </c:pt>
                <c:pt idx="202">
                  <c:v>27.6</c:v>
                </c:pt>
                <c:pt idx="203">
                  <c:v>27.7</c:v>
                </c:pt>
                <c:pt idx="204">
                  <c:v>27.7</c:v>
                </c:pt>
                <c:pt idx="205">
                  <c:v>27.8</c:v>
                </c:pt>
                <c:pt idx="206">
                  <c:v>27.8</c:v>
                </c:pt>
                <c:pt idx="207">
                  <c:v>27.8</c:v>
                </c:pt>
                <c:pt idx="208">
                  <c:v>28</c:v>
                </c:pt>
                <c:pt idx="209">
                  <c:v>28.1</c:v>
                </c:pt>
                <c:pt idx="210">
                  <c:v>28.1</c:v>
                </c:pt>
                <c:pt idx="211">
                  <c:v>28.1</c:v>
                </c:pt>
                <c:pt idx="212">
                  <c:v>28.2</c:v>
                </c:pt>
                <c:pt idx="213">
                  <c:v>28.2</c:v>
                </c:pt>
                <c:pt idx="214">
                  <c:v>28.3</c:v>
                </c:pt>
                <c:pt idx="215">
                  <c:v>28.3</c:v>
                </c:pt>
                <c:pt idx="216">
                  <c:v>26.4</c:v>
                </c:pt>
                <c:pt idx="217">
                  <c:v>26.4</c:v>
                </c:pt>
                <c:pt idx="218">
                  <c:v>26.4</c:v>
                </c:pt>
                <c:pt idx="219">
                  <c:v>26.4</c:v>
                </c:pt>
                <c:pt idx="220">
                  <c:v>26.4</c:v>
                </c:pt>
                <c:pt idx="221">
                  <c:v>26.5</c:v>
                </c:pt>
                <c:pt idx="222">
                  <c:v>26.5</c:v>
                </c:pt>
                <c:pt idx="223">
                  <c:v>26.6</c:v>
                </c:pt>
                <c:pt idx="224">
                  <c:v>26.6</c:v>
                </c:pt>
                <c:pt idx="225">
                  <c:v>26.7</c:v>
                </c:pt>
                <c:pt idx="226">
                  <c:v>26.7</c:v>
                </c:pt>
                <c:pt idx="227">
                  <c:v>26.7</c:v>
                </c:pt>
                <c:pt idx="228">
                  <c:v>26.9</c:v>
                </c:pt>
                <c:pt idx="229">
                  <c:v>27</c:v>
                </c:pt>
                <c:pt idx="230">
                  <c:v>27</c:v>
                </c:pt>
                <c:pt idx="231">
                  <c:v>27</c:v>
                </c:pt>
                <c:pt idx="232">
                  <c:v>27.1</c:v>
                </c:pt>
                <c:pt idx="233">
                  <c:v>27.1</c:v>
                </c:pt>
                <c:pt idx="234">
                  <c:v>27.1</c:v>
                </c:pt>
                <c:pt idx="235">
                  <c:v>27.1</c:v>
                </c:pt>
                <c:pt idx="236">
                  <c:v>27.2</c:v>
                </c:pt>
                <c:pt idx="237">
                  <c:v>27.4</c:v>
                </c:pt>
                <c:pt idx="238">
                  <c:v>27.4</c:v>
                </c:pt>
                <c:pt idx="239">
                  <c:v>27.5</c:v>
                </c:pt>
                <c:pt idx="240">
                  <c:v>27.5</c:v>
                </c:pt>
                <c:pt idx="241">
                  <c:v>27.6</c:v>
                </c:pt>
                <c:pt idx="242">
                  <c:v>27.6</c:v>
                </c:pt>
                <c:pt idx="243">
                  <c:v>27.7</c:v>
                </c:pt>
                <c:pt idx="244">
                  <c:v>27.8</c:v>
                </c:pt>
                <c:pt idx="245">
                  <c:v>27.8</c:v>
                </c:pt>
                <c:pt idx="246">
                  <c:v>27.8</c:v>
                </c:pt>
                <c:pt idx="247">
                  <c:v>27.9</c:v>
                </c:pt>
                <c:pt idx="248">
                  <c:v>28</c:v>
                </c:pt>
                <c:pt idx="249">
                  <c:v>28.1</c:v>
                </c:pt>
                <c:pt idx="250">
                  <c:v>28.1</c:v>
                </c:pt>
                <c:pt idx="251">
                  <c:v>28.1</c:v>
                </c:pt>
                <c:pt idx="252">
                  <c:v>28.2</c:v>
                </c:pt>
                <c:pt idx="253">
                  <c:v>26.1</c:v>
                </c:pt>
                <c:pt idx="254">
                  <c:v>26.1</c:v>
                </c:pt>
                <c:pt idx="255">
                  <c:v>26.1</c:v>
                </c:pt>
                <c:pt idx="256">
                  <c:v>26.2</c:v>
                </c:pt>
                <c:pt idx="257">
                  <c:v>26.2</c:v>
                </c:pt>
                <c:pt idx="258">
                  <c:v>26.3</c:v>
                </c:pt>
                <c:pt idx="259">
                  <c:v>26.4</c:v>
                </c:pt>
                <c:pt idx="260">
                  <c:v>26.4</c:v>
                </c:pt>
                <c:pt idx="261">
                  <c:v>26.5</c:v>
                </c:pt>
                <c:pt idx="262">
                  <c:v>26.5</c:v>
                </c:pt>
                <c:pt idx="263">
                  <c:v>26.5</c:v>
                </c:pt>
                <c:pt idx="264">
                  <c:v>26.7</c:v>
                </c:pt>
                <c:pt idx="265">
                  <c:v>26.7</c:v>
                </c:pt>
                <c:pt idx="266">
                  <c:v>26.7</c:v>
                </c:pt>
                <c:pt idx="267">
                  <c:v>26.9</c:v>
                </c:pt>
                <c:pt idx="268">
                  <c:v>26.9</c:v>
                </c:pt>
                <c:pt idx="269">
                  <c:v>27.1</c:v>
                </c:pt>
                <c:pt idx="270">
                  <c:v>27.2</c:v>
                </c:pt>
                <c:pt idx="271">
                  <c:v>27.2</c:v>
                </c:pt>
                <c:pt idx="272">
                  <c:v>27.2</c:v>
                </c:pt>
                <c:pt idx="273">
                  <c:v>27.2</c:v>
                </c:pt>
                <c:pt idx="274">
                  <c:v>27.2</c:v>
                </c:pt>
                <c:pt idx="275">
                  <c:v>27.2</c:v>
                </c:pt>
                <c:pt idx="276">
                  <c:v>27.4</c:v>
                </c:pt>
                <c:pt idx="277">
                  <c:v>27.4</c:v>
                </c:pt>
                <c:pt idx="278">
                  <c:v>27.4</c:v>
                </c:pt>
                <c:pt idx="279">
                  <c:v>27.4</c:v>
                </c:pt>
                <c:pt idx="280">
                  <c:v>27.4</c:v>
                </c:pt>
                <c:pt idx="281">
                  <c:v>27.5</c:v>
                </c:pt>
                <c:pt idx="282">
                  <c:v>27.5</c:v>
                </c:pt>
                <c:pt idx="283">
                  <c:v>27.6</c:v>
                </c:pt>
                <c:pt idx="284">
                  <c:v>27.6</c:v>
                </c:pt>
                <c:pt idx="285">
                  <c:v>27.7</c:v>
                </c:pt>
                <c:pt idx="286">
                  <c:v>27.7</c:v>
                </c:pt>
                <c:pt idx="287">
                  <c:v>27.8</c:v>
                </c:pt>
                <c:pt idx="288">
                  <c:v>27.8</c:v>
                </c:pt>
                <c:pt idx="289">
                  <c:v>27.8</c:v>
                </c:pt>
                <c:pt idx="290">
                  <c:v>26.7</c:v>
                </c:pt>
                <c:pt idx="291">
                  <c:v>26.7</c:v>
                </c:pt>
                <c:pt idx="292">
                  <c:v>26.7</c:v>
                </c:pt>
                <c:pt idx="293">
                  <c:v>26.9</c:v>
                </c:pt>
                <c:pt idx="294">
                  <c:v>27</c:v>
                </c:pt>
                <c:pt idx="295">
                  <c:v>27</c:v>
                </c:pt>
                <c:pt idx="296">
                  <c:v>27.1</c:v>
                </c:pt>
                <c:pt idx="297">
                  <c:v>27.1</c:v>
                </c:pt>
                <c:pt idx="298">
                  <c:v>27.1</c:v>
                </c:pt>
                <c:pt idx="299">
                  <c:v>27.2</c:v>
                </c:pt>
                <c:pt idx="300">
                  <c:v>27.2</c:v>
                </c:pt>
                <c:pt idx="301">
                  <c:v>27.2</c:v>
                </c:pt>
                <c:pt idx="302">
                  <c:v>27.2</c:v>
                </c:pt>
                <c:pt idx="303">
                  <c:v>27.2</c:v>
                </c:pt>
                <c:pt idx="304">
                  <c:v>27.2</c:v>
                </c:pt>
                <c:pt idx="305">
                  <c:v>27.4</c:v>
                </c:pt>
                <c:pt idx="306">
                  <c:v>27.4</c:v>
                </c:pt>
                <c:pt idx="307">
                  <c:v>27.4</c:v>
                </c:pt>
                <c:pt idx="308">
                  <c:v>27.5</c:v>
                </c:pt>
                <c:pt idx="309">
                  <c:v>27.5</c:v>
                </c:pt>
                <c:pt idx="310">
                  <c:v>27.6</c:v>
                </c:pt>
                <c:pt idx="311">
                  <c:v>27.6</c:v>
                </c:pt>
                <c:pt idx="312">
                  <c:v>27.7</c:v>
                </c:pt>
                <c:pt idx="313">
                  <c:v>27.7</c:v>
                </c:pt>
                <c:pt idx="314">
                  <c:v>27.7</c:v>
                </c:pt>
                <c:pt idx="315">
                  <c:v>27.7</c:v>
                </c:pt>
                <c:pt idx="316">
                  <c:v>27.8</c:v>
                </c:pt>
                <c:pt idx="317">
                  <c:v>27.8</c:v>
                </c:pt>
                <c:pt idx="318">
                  <c:v>27.8</c:v>
                </c:pt>
                <c:pt idx="319">
                  <c:v>27.9</c:v>
                </c:pt>
                <c:pt idx="320">
                  <c:v>27.9</c:v>
                </c:pt>
                <c:pt idx="321">
                  <c:v>27.9</c:v>
                </c:pt>
                <c:pt idx="322">
                  <c:v>27.9</c:v>
                </c:pt>
                <c:pt idx="323">
                  <c:v>28</c:v>
                </c:pt>
                <c:pt idx="324">
                  <c:v>28</c:v>
                </c:pt>
                <c:pt idx="325">
                  <c:v>28.1</c:v>
                </c:pt>
                <c:pt idx="326">
                  <c:v>28.1</c:v>
                </c:pt>
                <c:pt idx="327">
                  <c:v>26.7</c:v>
                </c:pt>
                <c:pt idx="328">
                  <c:v>26.9</c:v>
                </c:pt>
                <c:pt idx="329">
                  <c:v>26.9</c:v>
                </c:pt>
                <c:pt idx="330">
                  <c:v>27</c:v>
                </c:pt>
                <c:pt idx="331">
                  <c:v>27</c:v>
                </c:pt>
                <c:pt idx="332">
                  <c:v>27</c:v>
                </c:pt>
                <c:pt idx="333">
                  <c:v>27</c:v>
                </c:pt>
                <c:pt idx="334">
                  <c:v>27</c:v>
                </c:pt>
                <c:pt idx="335">
                  <c:v>27.1</c:v>
                </c:pt>
                <c:pt idx="336">
                  <c:v>27.1</c:v>
                </c:pt>
                <c:pt idx="337">
                  <c:v>27.2</c:v>
                </c:pt>
                <c:pt idx="338">
                  <c:v>27.2</c:v>
                </c:pt>
                <c:pt idx="339">
                  <c:v>27.2</c:v>
                </c:pt>
                <c:pt idx="340">
                  <c:v>27.2</c:v>
                </c:pt>
                <c:pt idx="341">
                  <c:v>27.4</c:v>
                </c:pt>
                <c:pt idx="342">
                  <c:v>27.4</c:v>
                </c:pt>
                <c:pt idx="343">
                  <c:v>27.5</c:v>
                </c:pt>
                <c:pt idx="344">
                  <c:v>27.5</c:v>
                </c:pt>
                <c:pt idx="345">
                  <c:v>27.5</c:v>
                </c:pt>
                <c:pt idx="346">
                  <c:v>27.5</c:v>
                </c:pt>
                <c:pt idx="347">
                  <c:v>27.6</c:v>
                </c:pt>
                <c:pt idx="348">
                  <c:v>27.6</c:v>
                </c:pt>
                <c:pt idx="349">
                  <c:v>27.6</c:v>
                </c:pt>
                <c:pt idx="350">
                  <c:v>27.6</c:v>
                </c:pt>
                <c:pt idx="351">
                  <c:v>27.6</c:v>
                </c:pt>
                <c:pt idx="352">
                  <c:v>27.7</c:v>
                </c:pt>
                <c:pt idx="353">
                  <c:v>27.8</c:v>
                </c:pt>
                <c:pt idx="354">
                  <c:v>27.8</c:v>
                </c:pt>
                <c:pt idx="355">
                  <c:v>27.8</c:v>
                </c:pt>
                <c:pt idx="356">
                  <c:v>27.8</c:v>
                </c:pt>
                <c:pt idx="357">
                  <c:v>27.9</c:v>
                </c:pt>
                <c:pt idx="358">
                  <c:v>27.9</c:v>
                </c:pt>
                <c:pt idx="359">
                  <c:v>27.9</c:v>
                </c:pt>
                <c:pt idx="360">
                  <c:v>27.9</c:v>
                </c:pt>
                <c:pt idx="361">
                  <c:v>28.1</c:v>
                </c:pt>
                <c:pt idx="362">
                  <c:v>28.2</c:v>
                </c:pt>
                <c:pt idx="363">
                  <c:v>28.2</c:v>
                </c:pt>
                <c:pt idx="364">
                  <c:v>26.2</c:v>
                </c:pt>
                <c:pt idx="365">
                  <c:v>26.2</c:v>
                </c:pt>
                <c:pt idx="366">
                  <c:v>26.2</c:v>
                </c:pt>
                <c:pt idx="367">
                  <c:v>26.2</c:v>
                </c:pt>
                <c:pt idx="368">
                  <c:v>26.4</c:v>
                </c:pt>
                <c:pt idx="369">
                  <c:v>26.4</c:v>
                </c:pt>
                <c:pt idx="370">
                  <c:v>26.5</c:v>
                </c:pt>
                <c:pt idx="371">
                  <c:v>26.5</c:v>
                </c:pt>
                <c:pt idx="372">
                  <c:v>26.6</c:v>
                </c:pt>
                <c:pt idx="373">
                  <c:v>26.6</c:v>
                </c:pt>
                <c:pt idx="374">
                  <c:v>26.6</c:v>
                </c:pt>
                <c:pt idx="375">
                  <c:v>26.7</c:v>
                </c:pt>
                <c:pt idx="376">
                  <c:v>26.7</c:v>
                </c:pt>
                <c:pt idx="377">
                  <c:v>26.7</c:v>
                </c:pt>
                <c:pt idx="378">
                  <c:v>26.9</c:v>
                </c:pt>
                <c:pt idx="379">
                  <c:v>27</c:v>
                </c:pt>
                <c:pt idx="380">
                  <c:v>27</c:v>
                </c:pt>
                <c:pt idx="381">
                  <c:v>27</c:v>
                </c:pt>
                <c:pt idx="382">
                  <c:v>27</c:v>
                </c:pt>
                <c:pt idx="383">
                  <c:v>27.1</c:v>
                </c:pt>
                <c:pt idx="384">
                  <c:v>27.1</c:v>
                </c:pt>
                <c:pt idx="385">
                  <c:v>27.1</c:v>
                </c:pt>
                <c:pt idx="386">
                  <c:v>27.2</c:v>
                </c:pt>
                <c:pt idx="387">
                  <c:v>27.2</c:v>
                </c:pt>
                <c:pt idx="388">
                  <c:v>27.2</c:v>
                </c:pt>
                <c:pt idx="389">
                  <c:v>27.2</c:v>
                </c:pt>
                <c:pt idx="390">
                  <c:v>27.2</c:v>
                </c:pt>
                <c:pt idx="391">
                  <c:v>27.2</c:v>
                </c:pt>
                <c:pt idx="392">
                  <c:v>27.4</c:v>
                </c:pt>
                <c:pt idx="393">
                  <c:v>27.4</c:v>
                </c:pt>
                <c:pt idx="394">
                  <c:v>27.4</c:v>
                </c:pt>
                <c:pt idx="395">
                  <c:v>27.4</c:v>
                </c:pt>
                <c:pt idx="396">
                  <c:v>27.5</c:v>
                </c:pt>
                <c:pt idx="397">
                  <c:v>27.6</c:v>
                </c:pt>
                <c:pt idx="398">
                  <c:v>27.6</c:v>
                </c:pt>
                <c:pt idx="399">
                  <c:v>27.7</c:v>
                </c:pt>
                <c:pt idx="400">
                  <c:v>27.6</c:v>
                </c:pt>
                <c:pt idx="401">
                  <c:v>26.7</c:v>
                </c:pt>
                <c:pt idx="402">
                  <c:v>26.7</c:v>
                </c:pt>
                <c:pt idx="403">
                  <c:v>26.7</c:v>
                </c:pt>
                <c:pt idx="404">
                  <c:v>26.7</c:v>
                </c:pt>
                <c:pt idx="405">
                  <c:v>26.7</c:v>
                </c:pt>
                <c:pt idx="406">
                  <c:v>26.9</c:v>
                </c:pt>
                <c:pt idx="407">
                  <c:v>26.9</c:v>
                </c:pt>
                <c:pt idx="408">
                  <c:v>27</c:v>
                </c:pt>
                <c:pt idx="409">
                  <c:v>27</c:v>
                </c:pt>
                <c:pt idx="410">
                  <c:v>27</c:v>
                </c:pt>
                <c:pt idx="411">
                  <c:v>27.1</c:v>
                </c:pt>
                <c:pt idx="412">
                  <c:v>27.2</c:v>
                </c:pt>
                <c:pt idx="413">
                  <c:v>27.2</c:v>
                </c:pt>
                <c:pt idx="414">
                  <c:v>27.2</c:v>
                </c:pt>
                <c:pt idx="415">
                  <c:v>27.2</c:v>
                </c:pt>
                <c:pt idx="416">
                  <c:v>27.2</c:v>
                </c:pt>
                <c:pt idx="417">
                  <c:v>27.4</c:v>
                </c:pt>
                <c:pt idx="418">
                  <c:v>27.4</c:v>
                </c:pt>
                <c:pt idx="419">
                  <c:v>27.4</c:v>
                </c:pt>
                <c:pt idx="420">
                  <c:v>27.4</c:v>
                </c:pt>
                <c:pt idx="421">
                  <c:v>27.4</c:v>
                </c:pt>
                <c:pt idx="422">
                  <c:v>27.5</c:v>
                </c:pt>
                <c:pt idx="423">
                  <c:v>27.6</c:v>
                </c:pt>
                <c:pt idx="424">
                  <c:v>27.6</c:v>
                </c:pt>
                <c:pt idx="425">
                  <c:v>27.6</c:v>
                </c:pt>
                <c:pt idx="426">
                  <c:v>27.6</c:v>
                </c:pt>
                <c:pt idx="427">
                  <c:v>27.6</c:v>
                </c:pt>
                <c:pt idx="428">
                  <c:v>27.6</c:v>
                </c:pt>
                <c:pt idx="429">
                  <c:v>27.6</c:v>
                </c:pt>
                <c:pt idx="430">
                  <c:v>27.6</c:v>
                </c:pt>
                <c:pt idx="431">
                  <c:v>27.7</c:v>
                </c:pt>
                <c:pt idx="432">
                  <c:v>27.7</c:v>
                </c:pt>
                <c:pt idx="433">
                  <c:v>27.7</c:v>
                </c:pt>
                <c:pt idx="434">
                  <c:v>27.8</c:v>
                </c:pt>
                <c:pt idx="435">
                  <c:v>27.8</c:v>
                </c:pt>
                <c:pt idx="436">
                  <c:v>27.9</c:v>
                </c:pt>
                <c:pt idx="437">
                  <c:v>26.7</c:v>
                </c:pt>
                <c:pt idx="438">
                  <c:v>26.7</c:v>
                </c:pt>
                <c:pt idx="439">
                  <c:v>26.7</c:v>
                </c:pt>
                <c:pt idx="440">
                  <c:v>26.7</c:v>
                </c:pt>
                <c:pt idx="441">
                  <c:v>26.7</c:v>
                </c:pt>
                <c:pt idx="442">
                  <c:v>26.7</c:v>
                </c:pt>
                <c:pt idx="443">
                  <c:v>26.7</c:v>
                </c:pt>
                <c:pt idx="444">
                  <c:v>26.9</c:v>
                </c:pt>
                <c:pt idx="445">
                  <c:v>27</c:v>
                </c:pt>
                <c:pt idx="446">
                  <c:v>27</c:v>
                </c:pt>
                <c:pt idx="447">
                  <c:v>27</c:v>
                </c:pt>
                <c:pt idx="448">
                  <c:v>26.4</c:v>
                </c:pt>
                <c:pt idx="449">
                  <c:v>26.5</c:v>
                </c:pt>
                <c:pt idx="450">
                  <c:v>26.5</c:v>
                </c:pt>
                <c:pt idx="451">
                  <c:v>26.7</c:v>
                </c:pt>
                <c:pt idx="452">
                  <c:v>26.7</c:v>
                </c:pt>
                <c:pt idx="453">
                  <c:v>26.7</c:v>
                </c:pt>
                <c:pt idx="454">
                  <c:v>26.7</c:v>
                </c:pt>
                <c:pt idx="455">
                  <c:v>26.7</c:v>
                </c:pt>
                <c:pt idx="456">
                  <c:v>26.9</c:v>
                </c:pt>
                <c:pt idx="457">
                  <c:v>26.9</c:v>
                </c:pt>
                <c:pt idx="458">
                  <c:v>26.9</c:v>
                </c:pt>
                <c:pt idx="459">
                  <c:v>26.9</c:v>
                </c:pt>
                <c:pt idx="460">
                  <c:v>26.9</c:v>
                </c:pt>
                <c:pt idx="461">
                  <c:v>27</c:v>
                </c:pt>
                <c:pt idx="462">
                  <c:v>27</c:v>
                </c:pt>
                <c:pt idx="463">
                  <c:v>27</c:v>
                </c:pt>
                <c:pt idx="464">
                  <c:v>27.1</c:v>
                </c:pt>
                <c:pt idx="465">
                  <c:v>27.1</c:v>
                </c:pt>
                <c:pt idx="466">
                  <c:v>27.1</c:v>
                </c:pt>
                <c:pt idx="467">
                  <c:v>27.1</c:v>
                </c:pt>
                <c:pt idx="468">
                  <c:v>27.1</c:v>
                </c:pt>
                <c:pt idx="469">
                  <c:v>27.1</c:v>
                </c:pt>
                <c:pt idx="470">
                  <c:v>27.2</c:v>
                </c:pt>
                <c:pt idx="471">
                  <c:v>26.3</c:v>
                </c:pt>
                <c:pt idx="472">
                  <c:v>26.4</c:v>
                </c:pt>
                <c:pt idx="473">
                  <c:v>26.4</c:v>
                </c:pt>
                <c:pt idx="474">
                  <c:v>26.4</c:v>
                </c:pt>
                <c:pt idx="475">
                  <c:v>26.4</c:v>
                </c:pt>
                <c:pt idx="476">
                  <c:v>26.5</c:v>
                </c:pt>
                <c:pt idx="477">
                  <c:v>26.6</c:v>
                </c:pt>
                <c:pt idx="478">
                  <c:v>26.6</c:v>
                </c:pt>
                <c:pt idx="479">
                  <c:v>26.6</c:v>
                </c:pt>
                <c:pt idx="480">
                  <c:v>26.6</c:v>
                </c:pt>
                <c:pt idx="481">
                  <c:v>26.6</c:v>
                </c:pt>
                <c:pt idx="482">
                  <c:v>26.6</c:v>
                </c:pt>
                <c:pt idx="483">
                  <c:v>26.6</c:v>
                </c:pt>
                <c:pt idx="484">
                  <c:v>26.7</c:v>
                </c:pt>
                <c:pt idx="485">
                  <c:v>26.7</c:v>
                </c:pt>
                <c:pt idx="486">
                  <c:v>26.9</c:v>
                </c:pt>
                <c:pt idx="487">
                  <c:v>26.9</c:v>
                </c:pt>
                <c:pt idx="488">
                  <c:v>26.9</c:v>
                </c:pt>
                <c:pt idx="489">
                  <c:v>27</c:v>
                </c:pt>
                <c:pt idx="490">
                  <c:v>27</c:v>
                </c:pt>
                <c:pt idx="491">
                  <c:v>27</c:v>
                </c:pt>
                <c:pt idx="492">
                  <c:v>27</c:v>
                </c:pt>
                <c:pt idx="493">
                  <c:v>27.1</c:v>
                </c:pt>
                <c:pt idx="494">
                  <c:v>27.1</c:v>
                </c:pt>
                <c:pt idx="495">
                  <c:v>27.1</c:v>
                </c:pt>
                <c:pt idx="496">
                  <c:v>27.2</c:v>
                </c:pt>
                <c:pt idx="497">
                  <c:v>27.2</c:v>
                </c:pt>
                <c:pt idx="498">
                  <c:v>27.2</c:v>
                </c:pt>
                <c:pt idx="499">
                  <c:v>27.2</c:v>
                </c:pt>
                <c:pt idx="500">
                  <c:v>27.2</c:v>
                </c:pt>
                <c:pt idx="501">
                  <c:v>27.2</c:v>
                </c:pt>
                <c:pt idx="502">
                  <c:v>27.2</c:v>
                </c:pt>
                <c:pt idx="503">
                  <c:v>27.2</c:v>
                </c:pt>
                <c:pt idx="504">
                  <c:v>27.2</c:v>
                </c:pt>
                <c:pt idx="505">
                  <c:v>27.4</c:v>
                </c:pt>
                <c:pt idx="506">
                  <c:v>27.4</c:v>
                </c:pt>
                <c:pt idx="507">
                  <c:v>27.4</c:v>
                </c:pt>
                <c:pt idx="508">
                  <c:v>26.9</c:v>
                </c:pt>
                <c:pt idx="509">
                  <c:v>26.9</c:v>
                </c:pt>
                <c:pt idx="510">
                  <c:v>26.9</c:v>
                </c:pt>
                <c:pt idx="511">
                  <c:v>26.9</c:v>
                </c:pt>
                <c:pt idx="512">
                  <c:v>26.9</c:v>
                </c:pt>
                <c:pt idx="513">
                  <c:v>26.9</c:v>
                </c:pt>
                <c:pt idx="514">
                  <c:v>27</c:v>
                </c:pt>
                <c:pt idx="515">
                  <c:v>27</c:v>
                </c:pt>
                <c:pt idx="516">
                  <c:v>27.1</c:v>
                </c:pt>
                <c:pt idx="517">
                  <c:v>27.1</c:v>
                </c:pt>
                <c:pt idx="518">
                  <c:v>27.2</c:v>
                </c:pt>
                <c:pt idx="519">
                  <c:v>27.2</c:v>
                </c:pt>
                <c:pt idx="520">
                  <c:v>27.4</c:v>
                </c:pt>
                <c:pt idx="521">
                  <c:v>27.4</c:v>
                </c:pt>
                <c:pt idx="522">
                  <c:v>27.4</c:v>
                </c:pt>
                <c:pt idx="523">
                  <c:v>27.4</c:v>
                </c:pt>
                <c:pt idx="524">
                  <c:v>27.4</c:v>
                </c:pt>
                <c:pt idx="525">
                  <c:v>27.5</c:v>
                </c:pt>
                <c:pt idx="526">
                  <c:v>27.5</c:v>
                </c:pt>
                <c:pt idx="527">
                  <c:v>27.5</c:v>
                </c:pt>
                <c:pt idx="528">
                  <c:v>27.6</c:v>
                </c:pt>
                <c:pt idx="529">
                  <c:v>27.7</c:v>
                </c:pt>
                <c:pt idx="530">
                  <c:v>27.7</c:v>
                </c:pt>
                <c:pt idx="531">
                  <c:v>27.7</c:v>
                </c:pt>
                <c:pt idx="532">
                  <c:v>27.8</c:v>
                </c:pt>
                <c:pt idx="533">
                  <c:v>27.8</c:v>
                </c:pt>
                <c:pt idx="534">
                  <c:v>27.8</c:v>
                </c:pt>
                <c:pt idx="535">
                  <c:v>28</c:v>
                </c:pt>
                <c:pt idx="536">
                  <c:v>28</c:v>
                </c:pt>
                <c:pt idx="537">
                  <c:v>28</c:v>
                </c:pt>
                <c:pt idx="538">
                  <c:v>28</c:v>
                </c:pt>
                <c:pt idx="539">
                  <c:v>28.1</c:v>
                </c:pt>
                <c:pt idx="540">
                  <c:v>28.1</c:v>
                </c:pt>
                <c:pt idx="541">
                  <c:v>28.2</c:v>
                </c:pt>
                <c:pt idx="542">
                  <c:v>28.2</c:v>
                </c:pt>
                <c:pt idx="543">
                  <c:v>28.2</c:v>
                </c:pt>
                <c:pt idx="544">
                  <c:v>28.2</c:v>
                </c:pt>
                <c:pt idx="545">
                  <c:v>28.2</c:v>
                </c:pt>
                <c:pt idx="546">
                  <c:v>26.7</c:v>
                </c:pt>
                <c:pt idx="547">
                  <c:v>26.7</c:v>
                </c:pt>
                <c:pt idx="548">
                  <c:v>26.9</c:v>
                </c:pt>
                <c:pt idx="549">
                  <c:v>26.9</c:v>
                </c:pt>
                <c:pt idx="550">
                  <c:v>26.9</c:v>
                </c:pt>
                <c:pt idx="551">
                  <c:v>26.9</c:v>
                </c:pt>
                <c:pt idx="552">
                  <c:v>26.9</c:v>
                </c:pt>
                <c:pt idx="553">
                  <c:v>26.9</c:v>
                </c:pt>
                <c:pt idx="554">
                  <c:v>26.9</c:v>
                </c:pt>
                <c:pt idx="555">
                  <c:v>26.9</c:v>
                </c:pt>
                <c:pt idx="556">
                  <c:v>26.9</c:v>
                </c:pt>
                <c:pt idx="557">
                  <c:v>26.9</c:v>
                </c:pt>
                <c:pt idx="558">
                  <c:v>27</c:v>
                </c:pt>
                <c:pt idx="559">
                  <c:v>27.1</c:v>
                </c:pt>
                <c:pt idx="560">
                  <c:v>27.1</c:v>
                </c:pt>
                <c:pt idx="561">
                  <c:v>27.1</c:v>
                </c:pt>
                <c:pt idx="562">
                  <c:v>27.1</c:v>
                </c:pt>
                <c:pt idx="563">
                  <c:v>27.1</c:v>
                </c:pt>
                <c:pt idx="564">
                  <c:v>27.2</c:v>
                </c:pt>
                <c:pt idx="565">
                  <c:v>27.2</c:v>
                </c:pt>
                <c:pt idx="566">
                  <c:v>27.2</c:v>
                </c:pt>
                <c:pt idx="567">
                  <c:v>27.2</c:v>
                </c:pt>
                <c:pt idx="568">
                  <c:v>27.2</c:v>
                </c:pt>
                <c:pt idx="569">
                  <c:v>27.4</c:v>
                </c:pt>
                <c:pt idx="570">
                  <c:v>27.4</c:v>
                </c:pt>
                <c:pt idx="571">
                  <c:v>27.5</c:v>
                </c:pt>
                <c:pt idx="572">
                  <c:v>27.5</c:v>
                </c:pt>
                <c:pt idx="573">
                  <c:v>27.5</c:v>
                </c:pt>
                <c:pt idx="574">
                  <c:v>27.6</c:v>
                </c:pt>
                <c:pt idx="575">
                  <c:v>27.6</c:v>
                </c:pt>
                <c:pt idx="576">
                  <c:v>27.6</c:v>
                </c:pt>
                <c:pt idx="577">
                  <c:v>27.6</c:v>
                </c:pt>
                <c:pt idx="578">
                  <c:v>27.6</c:v>
                </c:pt>
                <c:pt idx="579">
                  <c:v>27.7</c:v>
                </c:pt>
                <c:pt idx="580">
                  <c:v>27.7</c:v>
                </c:pt>
                <c:pt idx="581">
                  <c:v>27.7</c:v>
                </c:pt>
                <c:pt idx="582">
                  <c:v>27.8</c:v>
                </c:pt>
                <c:pt idx="583">
                  <c:v>27.8</c:v>
                </c:pt>
                <c:pt idx="584">
                  <c:v>26.9</c:v>
                </c:pt>
                <c:pt idx="585">
                  <c:v>26.9</c:v>
                </c:pt>
                <c:pt idx="586">
                  <c:v>26.9</c:v>
                </c:pt>
                <c:pt idx="587">
                  <c:v>26.9</c:v>
                </c:pt>
                <c:pt idx="588">
                  <c:v>26.9</c:v>
                </c:pt>
                <c:pt idx="589">
                  <c:v>26.9</c:v>
                </c:pt>
                <c:pt idx="590">
                  <c:v>27</c:v>
                </c:pt>
                <c:pt idx="591">
                  <c:v>27</c:v>
                </c:pt>
                <c:pt idx="592">
                  <c:v>27</c:v>
                </c:pt>
                <c:pt idx="593">
                  <c:v>27</c:v>
                </c:pt>
                <c:pt idx="594">
                  <c:v>27.1</c:v>
                </c:pt>
                <c:pt idx="595">
                  <c:v>27.1</c:v>
                </c:pt>
                <c:pt idx="596">
                  <c:v>27.1</c:v>
                </c:pt>
                <c:pt idx="597">
                  <c:v>27.1</c:v>
                </c:pt>
                <c:pt idx="598">
                  <c:v>27.1</c:v>
                </c:pt>
                <c:pt idx="599">
                  <c:v>27.1</c:v>
                </c:pt>
                <c:pt idx="600">
                  <c:v>27.1</c:v>
                </c:pt>
                <c:pt idx="601">
                  <c:v>27.1</c:v>
                </c:pt>
                <c:pt idx="602">
                  <c:v>27.1</c:v>
                </c:pt>
                <c:pt idx="603">
                  <c:v>27.1</c:v>
                </c:pt>
                <c:pt idx="604">
                  <c:v>27.2</c:v>
                </c:pt>
                <c:pt idx="605">
                  <c:v>27.2</c:v>
                </c:pt>
                <c:pt idx="606">
                  <c:v>27.2</c:v>
                </c:pt>
                <c:pt idx="607">
                  <c:v>27.2</c:v>
                </c:pt>
                <c:pt idx="608">
                  <c:v>27.2</c:v>
                </c:pt>
                <c:pt idx="609">
                  <c:v>27.2</c:v>
                </c:pt>
                <c:pt idx="610">
                  <c:v>27.4</c:v>
                </c:pt>
                <c:pt idx="611">
                  <c:v>27.4</c:v>
                </c:pt>
                <c:pt idx="612">
                  <c:v>27.5</c:v>
                </c:pt>
                <c:pt idx="613">
                  <c:v>27.4</c:v>
                </c:pt>
                <c:pt idx="614">
                  <c:v>27.5</c:v>
                </c:pt>
                <c:pt idx="615">
                  <c:v>27.5</c:v>
                </c:pt>
                <c:pt idx="616">
                  <c:v>27.5</c:v>
                </c:pt>
                <c:pt idx="617">
                  <c:v>27.5</c:v>
                </c:pt>
                <c:pt idx="618">
                  <c:v>27.5</c:v>
                </c:pt>
                <c:pt idx="619">
                  <c:v>27.6</c:v>
                </c:pt>
                <c:pt idx="620">
                  <c:v>27.6</c:v>
                </c:pt>
                <c:pt idx="621">
                  <c:v>27.6</c:v>
                </c:pt>
                <c:pt idx="622">
                  <c:v>27.1</c:v>
                </c:pt>
                <c:pt idx="623">
                  <c:v>27.1</c:v>
                </c:pt>
                <c:pt idx="624">
                  <c:v>27.1</c:v>
                </c:pt>
                <c:pt idx="625">
                  <c:v>27.1</c:v>
                </c:pt>
                <c:pt idx="626">
                  <c:v>27.1</c:v>
                </c:pt>
                <c:pt idx="627">
                  <c:v>27.1</c:v>
                </c:pt>
                <c:pt idx="628">
                  <c:v>27.1</c:v>
                </c:pt>
                <c:pt idx="629">
                  <c:v>27.1</c:v>
                </c:pt>
                <c:pt idx="630">
                  <c:v>27.2</c:v>
                </c:pt>
                <c:pt idx="631">
                  <c:v>27.2</c:v>
                </c:pt>
                <c:pt idx="632">
                  <c:v>27.2</c:v>
                </c:pt>
                <c:pt idx="633">
                  <c:v>27.2</c:v>
                </c:pt>
                <c:pt idx="634">
                  <c:v>27.2</c:v>
                </c:pt>
                <c:pt idx="635">
                  <c:v>27.2</c:v>
                </c:pt>
                <c:pt idx="636">
                  <c:v>27.2</c:v>
                </c:pt>
                <c:pt idx="637">
                  <c:v>27.2</c:v>
                </c:pt>
                <c:pt idx="638">
                  <c:v>27.2</c:v>
                </c:pt>
                <c:pt idx="639">
                  <c:v>27.2</c:v>
                </c:pt>
                <c:pt idx="640">
                  <c:v>27.4</c:v>
                </c:pt>
                <c:pt idx="641">
                  <c:v>27.4</c:v>
                </c:pt>
                <c:pt idx="642">
                  <c:v>27.4</c:v>
                </c:pt>
                <c:pt idx="643">
                  <c:v>27.4</c:v>
                </c:pt>
                <c:pt idx="644">
                  <c:v>27.4</c:v>
                </c:pt>
                <c:pt idx="645">
                  <c:v>27.4</c:v>
                </c:pt>
                <c:pt idx="646">
                  <c:v>27.5</c:v>
                </c:pt>
                <c:pt idx="647">
                  <c:v>27.5</c:v>
                </c:pt>
                <c:pt idx="648">
                  <c:v>27.5</c:v>
                </c:pt>
                <c:pt idx="649">
                  <c:v>27.7</c:v>
                </c:pt>
                <c:pt idx="650">
                  <c:v>27.7</c:v>
                </c:pt>
                <c:pt idx="651">
                  <c:v>27.7</c:v>
                </c:pt>
                <c:pt idx="652">
                  <c:v>27.7</c:v>
                </c:pt>
                <c:pt idx="653">
                  <c:v>27.7</c:v>
                </c:pt>
                <c:pt idx="654">
                  <c:v>27.7</c:v>
                </c:pt>
                <c:pt idx="655">
                  <c:v>27.8</c:v>
                </c:pt>
                <c:pt idx="656">
                  <c:v>27.8</c:v>
                </c:pt>
                <c:pt idx="657">
                  <c:v>27.8</c:v>
                </c:pt>
                <c:pt idx="658">
                  <c:v>27.9</c:v>
                </c:pt>
                <c:pt idx="659">
                  <c:v>27.9</c:v>
                </c:pt>
                <c:pt idx="660">
                  <c:v>27.1</c:v>
                </c:pt>
                <c:pt idx="661">
                  <c:v>27.1</c:v>
                </c:pt>
                <c:pt idx="662">
                  <c:v>27.1</c:v>
                </c:pt>
                <c:pt idx="663">
                  <c:v>27.1</c:v>
                </c:pt>
                <c:pt idx="664">
                  <c:v>27.1</c:v>
                </c:pt>
                <c:pt idx="665">
                  <c:v>27.2</c:v>
                </c:pt>
                <c:pt idx="666">
                  <c:v>27.2</c:v>
                </c:pt>
                <c:pt idx="667">
                  <c:v>27.2</c:v>
                </c:pt>
                <c:pt idx="668">
                  <c:v>27.2</c:v>
                </c:pt>
                <c:pt idx="669">
                  <c:v>27.2</c:v>
                </c:pt>
                <c:pt idx="670">
                  <c:v>27.2</c:v>
                </c:pt>
                <c:pt idx="671">
                  <c:v>27.2</c:v>
                </c:pt>
                <c:pt idx="672">
                  <c:v>27.2</c:v>
                </c:pt>
                <c:pt idx="673">
                  <c:v>27.2</c:v>
                </c:pt>
                <c:pt idx="674">
                  <c:v>27.2</c:v>
                </c:pt>
                <c:pt idx="675">
                  <c:v>27.2</c:v>
                </c:pt>
                <c:pt idx="676">
                  <c:v>27.2</c:v>
                </c:pt>
                <c:pt idx="677">
                  <c:v>27.4</c:v>
                </c:pt>
                <c:pt idx="678">
                  <c:v>27.5</c:v>
                </c:pt>
                <c:pt idx="679">
                  <c:v>27.5</c:v>
                </c:pt>
                <c:pt idx="680">
                  <c:v>27.5</c:v>
                </c:pt>
                <c:pt idx="681">
                  <c:v>27.5</c:v>
                </c:pt>
                <c:pt idx="682">
                  <c:v>27.5</c:v>
                </c:pt>
                <c:pt idx="683">
                  <c:v>27.6</c:v>
                </c:pt>
                <c:pt idx="684">
                  <c:v>27.6</c:v>
                </c:pt>
                <c:pt idx="685">
                  <c:v>27.6</c:v>
                </c:pt>
                <c:pt idx="686">
                  <c:v>27.6</c:v>
                </c:pt>
                <c:pt idx="687">
                  <c:v>27.7</c:v>
                </c:pt>
                <c:pt idx="688">
                  <c:v>27.7</c:v>
                </c:pt>
                <c:pt idx="689">
                  <c:v>27.7</c:v>
                </c:pt>
                <c:pt idx="690">
                  <c:v>27.7</c:v>
                </c:pt>
                <c:pt idx="691">
                  <c:v>27.7</c:v>
                </c:pt>
                <c:pt idx="692">
                  <c:v>27.7</c:v>
                </c:pt>
                <c:pt idx="693">
                  <c:v>27.8</c:v>
                </c:pt>
                <c:pt idx="694">
                  <c:v>27.8</c:v>
                </c:pt>
                <c:pt idx="695">
                  <c:v>27.8</c:v>
                </c:pt>
                <c:pt idx="696">
                  <c:v>27.8</c:v>
                </c:pt>
                <c:pt idx="697">
                  <c:v>27.9</c:v>
                </c:pt>
                <c:pt idx="698">
                  <c:v>27.2</c:v>
                </c:pt>
                <c:pt idx="699">
                  <c:v>27.2</c:v>
                </c:pt>
                <c:pt idx="700">
                  <c:v>27.2</c:v>
                </c:pt>
                <c:pt idx="701">
                  <c:v>27.2</c:v>
                </c:pt>
                <c:pt idx="702">
                  <c:v>27.2</c:v>
                </c:pt>
                <c:pt idx="703">
                  <c:v>27.2</c:v>
                </c:pt>
                <c:pt idx="704">
                  <c:v>27.2</c:v>
                </c:pt>
                <c:pt idx="705">
                  <c:v>27.2</c:v>
                </c:pt>
                <c:pt idx="706">
                  <c:v>27.2</c:v>
                </c:pt>
                <c:pt idx="707">
                  <c:v>27.2</c:v>
                </c:pt>
                <c:pt idx="708">
                  <c:v>27.2</c:v>
                </c:pt>
                <c:pt idx="709">
                  <c:v>27.5</c:v>
                </c:pt>
                <c:pt idx="710">
                  <c:v>27.5</c:v>
                </c:pt>
                <c:pt idx="711">
                  <c:v>27.5</c:v>
                </c:pt>
                <c:pt idx="712">
                  <c:v>27.5</c:v>
                </c:pt>
                <c:pt idx="713">
                  <c:v>27.5</c:v>
                </c:pt>
                <c:pt idx="714">
                  <c:v>27.6</c:v>
                </c:pt>
                <c:pt idx="715">
                  <c:v>27.7</c:v>
                </c:pt>
                <c:pt idx="716">
                  <c:v>27.8</c:v>
                </c:pt>
                <c:pt idx="717">
                  <c:v>27.8</c:v>
                </c:pt>
                <c:pt idx="718">
                  <c:v>27.8</c:v>
                </c:pt>
                <c:pt idx="719">
                  <c:v>27.8</c:v>
                </c:pt>
                <c:pt idx="720">
                  <c:v>27.8</c:v>
                </c:pt>
                <c:pt idx="721">
                  <c:v>27.8</c:v>
                </c:pt>
                <c:pt idx="722">
                  <c:v>27.8</c:v>
                </c:pt>
                <c:pt idx="723">
                  <c:v>27.8</c:v>
                </c:pt>
                <c:pt idx="724">
                  <c:v>27.8</c:v>
                </c:pt>
                <c:pt idx="725">
                  <c:v>27.8</c:v>
                </c:pt>
                <c:pt idx="726">
                  <c:v>27.8</c:v>
                </c:pt>
                <c:pt idx="727">
                  <c:v>27.9</c:v>
                </c:pt>
                <c:pt idx="728">
                  <c:v>27.9</c:v>
                </c:pt>
                <c:pt idx="729">
                  <c:v>28</c:v>
                </c:pt>
                <c:pt idx="730">
                  <c:v>28</c:v>
                </c:pt>
                <c:pt idx="731">
                  <c:v>28</c:v>
                </c:pt>
                <c:pt idx="732">
                  <c:v>28</c:v>
                </c:pt>
                <c:pt idx="733">
                  <c:v>28</c:v>
                </c:pt>
                <c:pt idx="734">
                  <c:v>28</c:v>
                </c:pt>
                <c:pt idx="735">
                  <c:v>27</c:v>
                </c:pt>
                <c:pt idx="736">
                  <c:v>27</c:v>
                </c:pt>
                <c:pt idx="737">
                  <c:v>27</c:v>
                </c:pt>
                <c:pt idx="738">
                  <c:v>27</c:v>
                </c:pt>
                <c:pt idx="739">
                  <c:v>27.2</c:v>
                </c:pt>
                <c:pt idx="740">
                  <c:v>27.2</c:v>
                </c:pt>
                <c:pt idx="741">
                  <c:v>27.2</c:v>
                </c:pt>
                <c:pt idx="742">
                  <c:v>27.2</c:v>
                </c:pt>
                <c:pt idx="743">
                  <c:v>27.2</c:v>
                </c:pt>
                <c:pt idx="744">
                  <c:v>27.2</c:v>
                </c:pt>
                <c:pt idx="745">
                  <c:v>27.2</c:v>
                </c:pt>
                <c:pt idx="746">
                  <c:v>27.2</c:v>
                </c:pt>
                <c:pt idx="747">
                  <c:v>27.4</c:v>
                </c:pt>
                <c:pt idx="748">
                  <c:v>27.4</c:v>
                </c:pt>
                <c:pt idx="749">
                  <c:v>27.5</c:v>
                </c:pt>
                <c:pt idx="750">
                  <c:v>27.5</c:v>
                </c:pt>
                <c:pt idx="751">
                  <c:v>27.5</c:v>
                </c:pt>
                <c:pt idx="752">
                  <c:v>27.5</c:v>
                </c:pt>
                <c:pt idx="753">
                  <c:v>27.5</c:v>
                </c:pt>
                <c:pt idx="754">
                  <c:v>27.5</c:v>
                </c:pt>
                <c:pt idx="755">
                  <c:v>27.5</c:v>
                </c:pt>
                <c:pt idx="756">
                  <c:v>27.5</c:v>
                </c:pt>
                <c:pt idx="757">
                  <c:v>27.5</c:v>
                </c:pt>
                <c:pt idx="758">
                  <c:v>27.5</c:v>
                </c:pt>
                <c:pt idx="759">
                  <c:v>27.6</c:v>
                </c:pt>
                <c:pt idx="760">
                  <c:v>27.6</c:v>
                </c:pt>
                <c:pt idx="761">
                  <c:v>27.6</c:v>
                </c:pt>
                <c:pt idx="762">
                  <c:v>27.6</c:v>
                </c:pt>
                <c:pt idx="763">
                  <c:v>27.7</c:v>
                </c:pt>
                <c:pt idx="764">
                  <c:v>27.7</c:v>
                </c:pt>
                <c:pt idx="765">
                  <c:v>27.7</c:v>
                </c:pt>
                <c:pt idx="766">
                  <c:v>27.7</c:v>
                </c:pt>
                <c:pt idx="767">
                  <c:v>27.8</c:v>
                </c:pt>
                <c:pt idx="768">
                  <c:v>27.8</c:v>
                </c:pt>
                <c:pt idx="769">
                  <c:v>27.8</c:v>
                </c:pt>
                <c:pt idx="770">
                  <c:v>27.8</c:v>
                </c:pt>
                <c:pt idx="771">
                  <c:v>27.8</c:v>
                </c:pt>
                <c:pt idx="772">
                  <c:v>27.1</c:v>
                </c:pt>
                <c:pt idx="773">
                  <c:v>27.1</c:v>
                </c:pt>
                <c:pt idx="774">
                  <c:v>27.1</c:v>
                </c:pt>
                <c:pt idx="775">
                  <c:v>27.1</c:v>
                </c:pt>
                <c:pt idx="776">
                  <c:v>27.1</c:v>
                </c:pt>
                <c:pt idx="777">
                  <c:v>27.2</c:v>
                </c:pt>
                <c:pt idx="778">
                  <c:v>27.2</c:v>
                </c:pt>
                <c:pt idx="779">
                  <c:v>27.2</c:v>
                </c:pt>
                <c:pt idx="780">
                  <c:v>27.2</c:v>
                </c:pt>
                <c:pt idx="781">
                  <c:v>27.2</c:v>
                </c:pt>
                <c:pt idx="782">
                  <c:v>27.2</c:v>
                </c:pt>
                <c:pt idx="783">
                  <c:v>27.2</c:v>
                </c:pt>
                <c:pt idx="784">
                  <c:v>27.2</c:v>
                </c:pt>
                <c:pt idx="785">
                  <c:v>27.2</c:v>
                </c:pt>
                <c:pt idx="786">
                  <c:v>27.2</c:v>
                </c:pt>
                <c:pt idx="787">
                  <c:v>27.2</c:v>
                </c:pt>
                <c:pt idx="788">
                  <c:v>27.2</c:v>
                </c:pt>
                <c:pt idx="789">
                  <c:v>27.4</c:v>
                </c:pt>
                <c:pt idx="790">
                  <c:v>27.5</c:v>
                </c:pt>
                <c:pt idx="791">
                  <c:v>27.6</c:v>
                </c:pt>
                <c:pt idx="792">
                  <c:v>27.6</c:v>
                </c:pt>
                <c:pt idx="793">
                  <c:v>27.6</c:v>
                </c:pt>
                <c:pt idx="794">
                  <c:v>27.6</c:v>
                </c:pt>
                <c:pt idx="795">
                  <c:v>27.6</c:v>
                </c:pt>
                <c:pt idx="796">
                  <c:v>27.6</c:v>
                </c:pt>
                <c:pt idx="797">
                  <c:v>27.6</c:v>
                </c:pt>
                <c:pt idx="798">
                  <c:v>27.6</c:v>
                </c:pt>
                <c:pt idx="799">
                  <c:v>27.7</c:v>
                </c:pt>
                <c:pt idx="800">
                  <c:v>27.7</c:v>
                </c:pt>
                <c:pt idx="801">
                  <c:v>27.7</c:v>
                </c:pt>
                <c:pt idx="802">
                  <c:v>27.7</c:v>
                </c:pt>
                <c:pt idx="803">
                  <c:v>27.7</c:v>
                </c:pt>
                <c:pt idx="804">
                  <c:v>27.7</c:v>
                </c:pt>
                <c:pt idx="805">
                  <c:v>27.8</c:v>
                </c:pt>
                <c:pt idx="806">
                  <c:v>27.8</c:v>
                </c:pt>
                <c:pt idx="807">
                  <c:v>27.8</c:v>
                </c:pt>
                <c:pt idx="808">
                  <c:v>27.8</c:v>
                </c:pt>
                <c:pt idx="809">
                  <c:v>27.8</c:v>
                </c:pt>
                <c:pt idx="810">
                  <c:v>27.1</c:v>
                </c:pt>
                <c:pt idx="811">
                  <c:v>27.1</c:v>
                </c:pt>
                <c:pt idx="812">
                  <c:v>27.1</c:v>
                </c:pt>
                <c:pt idx="813">
                  <c:v>27.1</c:v>
                </c:pt>
                <c:pt idx="814">
                  <c:v>27.1</c:v>
                </c:pt>
                <c:pt idx="815">
                  <c:v>27.1</c:v>
                </c:pt>
                <c:pt idx="816">
                  <c:v>27.1</c:v>
                </c:pt>
                <c:pt idx="817">
                  <c:v>27.1</c:v>
                </c:pt>
                <c:pt idx="818">
                  <c:v>27.2</c:v>
                </c:pt>
                <c:pt idx="819">
                  <c:v>27.2</c:v>
                </c:pt>
                <c:pt idx="820">
                  <c:v>27.2</c:v>
                </c:pt>
                <c:pt idx="821">
                  <c:v>27.2</c:v>
                </c:pt>
                <c:pt idx="822">
                  <c:v>27.2</c:v>
                </c:pt>
                <c:pt idx="823">
                  <c:v>27.2</c:v>
                </c:pt>
                <c:pt idx="824">
                  <c:v>27.2</c:v>
                </c:pt>
                <c:pt idx="825">
                  <c:v>27.4</c:v>
                </c:pt>
                <c:pt idx="826">
                  <c:v>27.4</c:v>
                </c:pt>
                <c:pt idx="827">
                  <c:v>27.4</c:v>
                </c:pt>
                <c:pt idx="828">
                  <c:v>27.4</c:v>
                </c:pt>
                <c:pt idx="829">
                  <c:v>27.4</c:v>
                </c:pt>
                <c:pt idx="830">
                  <c:v>27.5</c:v>
                </c:pt>
                <c:pt idx="831">
                  <c:v>27.5</c:v>
                </c:pt>
                <c:pt idx="832">
                  <c:v>27.5</c:v>
                </c:pt>
                <c:pt idx="833">
                  <c:v>27.6</c:v>
                </c:pt>
                <c:pt idx="834">
                  <c:v>27.6</c:v>
                </c:pt>
                <c:pt idx="835">
                  <c:v>27.6</c:v>
                </c:pt>
                <c:pt idx="836">
                  <c:v>27.5</c:v>
                </c:pt>
                <c:pt idx="837">
                  <c:v>27.5</c:v>
                </c:pt>
                <c:pt idx="838">
                  <c:v>27.5</c:v>
                </c:pt>
                <c:pt idx="839">
                  <c:v>27.6</c:v>
                </c:pt>
                <c:pt idx="840">
                  <c:v>27.6</c:v>
                </c:pt>
                <c:pt idx="841">
                  <c:v>27.7</c:v>
                </c:pt>
                <c:pt idx="842">
                  <c:v>27.7</c:v>
                </c:pt>
                <c:pt idx="843">
                  <c:v>27.7</c:v>
                </c:pt>
                <c:pt idx="844">
                  <c:v>27.7</c:v>
                </c:pt>
                <c:pt idx="845">
                  <c:v>27.8</c:v>
                </c:pt>
                <c:pt idx="846">
                  <c:v>27.8</c:v>
                </c:pt>
                <c:pt idx="847">
                  <c:v>27.1</c:v>
                </c:pt>
                <c:pt idx="848">
                  <c:v>27.1</c:v>
                </c:pt>
                <c:pt idx="849">
                  <c:v>27.1</c:v>
                </c:pt>
                <c:pt idx="850">
                  <c:v>27.1</c:v>
                </c:pt>
                <c:pt idx="851">
                  <c:v>27.1</c:v>
                </c:pt>
                <c:pt idx="852">
                  <c:v>27.1</c:v>
                </c:pt>
                <c:pt idx="853">
                  <c:v>27.2</c:v>
                </c:pt>
                <c:pt idx="854">
                  <c:v>27.2</c:v>
                </c:pt>
                <c:pt idx="855">
                  <c:v>27.2</c:v>
                </c:pt>
                <c:pt idx="856">
                  <c:v>27.2</c:v>
                </c:pt>
                <c:pt idx="857">
                  <c:v>27.2</c:v>
                </c:pt>
                <c:pt idx="858">
                  <c:v>27.2</c:v>
                </c:pt>
                <c:pt idx="859">
                  <c:v>27.2</c:v>
                </c:pt>
                <c:pt idx="860">
                  <c:v>27.2</c:v>
                </c:pt>
                <c:pt idx="861">
                  <c:v>27.2</c:v>
                </c:pt>
                <c:pt idx="862">
                  <c:v>27.2</c:v>
                </c:pt>
                <c:pt idx="863">
                  <c:v>27.2</c:v>
                </c:pt>
                <c:pt idx="864">
                  <c:v>27.2</c:v>
                </c:pt>
                <c:pt idx="865">
                  <c:v>27.4</c:v>
                </c:pt>
                <c:pt idx="866">
                  <c:v>27.2</c:v>
                </c:pt>
                <c:pt idx="867">
                  <c:v>27.2</c:v>
                </c:pt>
                <c:pt idx="868">
                  <c:v>27.2</c:v>
                </c:pt>
                <c:pt idx="869">
                  <c:v>27.2</c:v>
                </c:pt>
                <c:pt idx="870">
                  <c:v>27.4</c:v>
                </c:pt>
                <c:pt idx="871">
                  <c:v>27.4</c:v>
                </c:pt>
                <c:pt idx="872">
                  <c:v>27.4</c:v>
                </c:pt>
                <c:pt idx="873">
                  <c:v>27.4</c:v>
                </c:pt>
                <c:pt idx="874">
                  <c:v>27.4</c:v>
                </c:pt>
                <c:pt idx="875">
                  <c:v>27.4</c:v>
                </c:pt>
                <c:pt idx="876">
                  <c:v>27.5</c:v>
                </c:pt>
                <c:pt idx="877">
                  <c:v>27.5</c:v>
                </c:pt>
                <c:pt idx="878">
                  <c:v>27.5</c:v>
                </c:pt>
                <c:pt idx="879">
                  <c:v>27.5</c:v>
                </c:pt>
                <c:pt idx="880">
                  <c:v>27.5</c:v>
                </c:pt>
                <c:pt idx="881">
                  <c:v>27.5</c:v>
                </c:pt>
                <c:pt idx="882">
                  <c:v>27.5</c:v>
                </c:pt>
                <c:pt idx="883">
                  <c:v>27.5</c:v>
                </c:pt>
                <c:pt idx="884">
                  <c:v>26.4</c:v>
                </c:pt>
                <c:pt idx="885">
                  <c:v>26.4</c:v>
                </c:pt>
                <c:pt idx="886">
                  <c:v>26.4</c:v>
                </c:pt>
                <c:pt idx="887">
                  <c:v>26.4</c:v>
                </c:pt>
                <c:pt idx="888">
                  <c:v>26.4</c:v>
                </c:pt>
                <c:pt idx="889">
                  <c:v>26.4</c:v>
                </c:pt>
                <c:pt idx="890">
                  <c:v>26.4</c:v>
                </c:pt>
                <c:pt idx="891">
                  <c:v>26.5</c:v>
                </c:pt>
                <c:pt idx="892">
                  <c:v>26.6</c:v>
                </c:pt>
                <c:pt idx="893">
                  <c:v>26.9</c:v>
                </c:pt>
                <c:pt idx="894">
                  <c:v>26.9</c:v>
                </c:pt>
                <c:pt idx="895">
                  <c:v>26.9</c:v>
                </c:pt>
                <c:pt idx="896">
                  <c:v>27</c:v>
                </c:pt>
                <c:pt idx="897">
                  <c:v>27.1</c:v>
                </c:pt>
                <c:pt idx="898">
                  <c:v>27.1</c:v>
                </c:pt>
                <c:pt idx="899">
                  <c:v>27.1</c:v>
                </c:pt>
                <c:pt idx="900">
                  <c:v>27.1</c:v>
                </c:pt>
                <c:pt idx="901">
                  <c:v>27</c:v>
                </c:pt>
                <c:pt idx="902">
                  <c:v>27</c:v>
                </c:pt>
                <c:pt idx="903">
                  <c:v>27</c:v>
                </c:pt>
                <c:pt idx="904">
                  <c:v>27</c:v>
                </c:pt>
                <c:pt idx="905">
                  <c:v>27</c:v>
                </c:pt>
                <c:pt idx="906">
                  <c:v>27</c:v>
                </c:pt>
                <c:pt idx="907">
                  <c:v>27</c:v>
                </c:pt>
                <c:pt idx="908">
                  <c:v>27</c:v>
                </c:pt>
                <c:pt idx="909">
                  <c:v>27</c:v>
                </c:pt>
                <c:pt idx="910">
                  <c:v>27</c:v>
                </c:pt>
                <c:pt idx="911">
                  <c:v>27</c:v>
                </c:pt>
                <c:pt idx="912">
                  <c:v>27</c:v>
                </c:pt>
                <c:pt idx="913">
                  <c:v>27</c:v>
                </c:pt>
                <c:pt idx="914">
                  <c:v>27</c:v>
                </c:pt>
                <c:pt idx="915">
                  <c:v>27</c:v>
                </c:pt>
                <c:pt idx="916">
                  <c:v>27</c:v>
                </c:pt>
                <c:pt idx="917">
                  <c:v>27</c:v>
                </c:pt>
                <c:pt idx="918">
                  <c:v>27</c:v>
                </c:pt>
                <c:pt idx="919">
                  <c:v>27</c:v>
                </c:pt>
                <c:pt idx="920">
                  <c:v>27</c:v>
                </c:pt>
                <c:pt idx="921">
                  <c:v>26.7</c:v>
                </c:pt>
                <c:pt idx="922">
                  <c:v>27</c:v>
                </c:pt>
                <c:pt idx="923">
                  <c:v>27</c:v>
                </c:pt>
                <c:pt idx="924">
                  <c:v>27</c:v>
                </c:pt>
                <c:pt idx="925">
                  <c:v>27</c:v>
                </c:pt>
                <c:pt idx="926">
                  <c:v>27</c:v>
                </c:pt>
                <c:pt idx="927">
                  <c:v>27</c:v>
                </c:pt>
                <c:pt idx="928">
                  <c:v>27.1</c:v>
                </c:pt>
                <c:pt idx="929">
                  <c:v>27.1</c:v>
                </c:pt>
                <c:pt idx="930">
                  <c:v>27.1</c:v>
                </c:pt>
                <c:pt idx="931">
                  <c:v>27.1</c:v>
                </c:pt>
                <c:pt idx="932">
                  <c:v>27.2</c:v>
                </c:pt>
                <c:pt idx="933">
                  <c:v>27.2</c:v>
                </c:pt>
                <c:pt idx="934">
                  <c:v>27.2</c:v>
                </c:pt>
                <c:pt idx="935">
                  <c:v>27.2</c:v>
                </c:pt>
                <c:pt idx="936">
                  <c:v>27.2</c:v>
                </c:pt>
                <c:pt idx="937">
                  <c:v>27.2</c:v>
                </c:pt>
                <c:pt idx="938">
                  <c:v>27.2</c:v>
                </c:pt>
                <c:pt idx="939">
                  <c:v>27.2</c:v>
                </c:pt>
                <c:pt idx="940">
                  <c:v>27.2</c:v>
                </c:pt>
                <c:pt idx="941">
                  <c:v>27.2</c:v>
                </c:pt>
                <c:pt idx="942">
                  <c:v>27.2</c:v>
                </c:pt>
                <c:pt idx="943">
                  <c:v>27.2</c:v>
                </c:pt>
                <c:pt idx="944">
                  <c:v>27.2</c:v>
                </c:pt>
                <c:pt idx="945">
                  <c:v>27.2</c:v>
                </c:pt>
                <c:pt idx="946">
                  <c:v>27.2</c:v>
                </c:pt>
                <c:pt idx="947">
                  <c:v>27.2</c:v>
                </c:pt>
                <c:pt idx="948">
                  <c:v>27.2</c:v>
                </c:pt>
                <c:pt idx="949">
                  <c:v>27.4</c:v>
                </c:pt>
                <c:pt idx="950">
                  <c:v>27.4</c:v>
                </c:pt>
                <c:pt idx="951">
                  <c:v>27.4</c:v>
                </c:pt>
                <c:pt idx="952">
                  <c:v>27.4</c:v>
                </c:pt>
                <c:pt idx="953">
                  <c:v>27.4</c:v>
                </c:pt>
                <c:pt idx="954">
                  <c:v>27.4</c:v>
                </c:pt>
                <c:pt idx="955">
                  <c:v>27.4</c:v>
                </c:pt>
                <c:pt idx="956">
                  <c:v>27.4</c:v>
                </c:pt>
                <c:pt idx="957">
                  <c:v>27.4</c:v>
                </c:pt>
                <c:pt idx="958">
                  <c:v>27.2</c:v>
                </c:pt>
                <c:pt idx="959">
                  <c:v>27.2</c:v>
                </c:pt>
                <c:pt idx="960">
                  <c:v>27.1</c:v>
                </c:pt>
                <c:pt idx="961">
                  <c:v>27.2</c:v>
                </c:pt>
                <c:pt idx="962">
                  <c:v>27.1</c:v>
                </c:pt>
                <c:pt idx="963">
                  <c:v>27.1</c:v>
                </c:pt>
                <c:pt idx="964">
                  <c:v>27.1</c:v>
                </c:pt>
                <c:pt idx="965">
                  <c:v>27.2</c:v>
                </c:pt>
                <c:pt idx="966">
                  <c:v>27.2</c:v>
                </c:pt>
                <c:pt idx="967">
                  <c:v>27.2</c:v>
                </c:pt>
                <c:pt idx="968">
                  <c:v>27.4</c:v>
                </c:pt>
                <c:pt idx="969">
                  <c:v>27.4</c:v>
                </c:pt>
                <c:pt idx="970">
                  <c:v>27.5</c:v>
                </c:pt>
                <c:pt idx="971">
                  <c:v>27.5</c:v>
                </c:pt>
                <c:pt idx="972">
                  <c:v>27.5</c:v>
                </c:pt>
                <c:pt idx="973">
                  <c:v>27.5</c:v>
                </c:pt>
                <c:pt idx="974">
                  <c:v>27.5</c:v>
                </c:pt>
                <c:pt idx="975">
                  <c:v>27.5</c:v>
                </c:pt>
                <c:pt idx="976">
                  <c:v>27.5</c:v>
                </c:pt>
                <c:pt idx="977">
                  <c:v>27.5</c:v>
                </c:pt>
                <c:pt idx="978">
                  <c:v>27.6</c:v>
                </c:pt>
                <c:pt idx="979">
                  <c:v>27.6</c:v>
                </c:pt>
                <c:pt idx="980">
                  <c:v>27.7</c:v>
                </c:pt>
                <c:pt idx="981">
                  <c:v>27.7</c:v>
                </c:pt>
                <c:pt idx="982">
                  <c:v>27.7</c:v>
                </c:pt>
                <c:pt idx="983">
                  <c:v>27.7</c:v>
                </c:pt>
                <c:pt idx="984">
                  <c:v>27.7</c:v>
                </c:pt>
                <c:pt idx="985">
                  <c:v>27.7</c:v>
                </c:pt>
                <c:pt idx="986">
                  <c:v>27.7</c:v>
                </c:pt>
                <c:pt idx="987">
                  <c:v>27.7</c:v>
                </c:pt>
                <c:pt idx="988">
                  <c:v>27.7</c:v>
                </c:pt>
                <c:pt idx="989">
                  <c:v>27.7</c:v>
                </c:pt>
                <c:pt idx="990">
                  <c:v>27.7</c:v>
                </c:pt>
                <c:pt idx="991">
                  <c:v>27.7</c:v>
                </c:pt>
                <c:pt idx="992">
                  <c:v>27.7</c:v>
                </c:pt>
                <c:pt idx="993">
                  <c:v>27.7</c:v>
                </c:pt>
                <c:pt idx="994">
                  <c:v>27.7</c:v>
                </c:pt>
                <c:pt idx="995">
                  <c:v>27.1</c:v>
                </c:pt>
                <c:pt idx="996">
                  <c:v>27.1</c:v>
                </c:pt>
                <c:pt idx="997">
                  <c:v>27.1</c:v>
                </c:pt>
                <c:pt idx="998">
                  <c:v>27.1</c:v>
                </c:pt>
                <c:pt idx="999">
                  <c:v>27.2</c:v>
                </c:pt>
                <c:pt idx="1000">
                  <c:v>27.2</c:v>
                </c:pt>
                <c:pt idx="1001">
                  <c:v>27.2</c:v>
                </c:pt>
                <c:pt idx="1002">
                  <c:v>27.2</c:v>
                </c:pt>
                <c:pt idx="1003">
                  <c:v>27.2</c:v>
                </c:pt>
                <c:pt idx="1004">
                  <c:v>27.2</c:v>
                </c:pt>
                <c:pt idx="1005">
                  <c:v>27.2</c:v>
                </c:pt>
                <c:pt idx="1006">
                  <c:v>27.2</c:v>
                </c:pt>
                <c:pt idx="1007">
                  <c:v>27.4</c:v>
                </c:pt>
                <c:pt idx="1008">
                  <c:v>27.4</c:v>
                </c:pt>
                <c:pt idx="1009">
                  <c:v>27.4</c:v>
                </c:pt>
                <c:pt idx="1010">
                  <c:v>27.4</c:v>
                </c:pt>
                <c:pt idx="1011">
                  <c:v>27.4</c:v>
                </c:pt>
                <c:pt idx="1012">
                  <c:v>27.4</c:v>
                </c:pt>
                <c:pt idx="1013">
                  <c:v>27.4</c:v>
                </c:pt>
                <c:pt idx="1014">
                  <c:v>27.4</c:v>
                </c:pt>
                <c:pt idx="1015">
                  <c:v>27.4</c:v>
                </c:pt>
                <c:pt idx="1016">
                  <c:v>27.4</c:v>
                </c:pt>
                <c:pt idx="1017">
                  <c:v>27.4</c:v>
                </c:pt>
                <c:pt idx="1018">
                  <c:v>27.4</c:v>
                </c:pt>
                <c:pt idx="1019">
                  <c:v>27.4</c:v>
                </c:pt>
                <c:pt idx="1020">
                  <c:v>27.4</c:v>
                </c:pt>
                <c:pt idx="1021">
                  <c:v>27.4</c:v>
                </c:pt>
                <c:pt idx="1022">
                  <c:v>27.4</c:v>
                </c:pt>
                <c:pt idx="1023">
                  <c:v>27.5</c:v>
                </c:pt>
                <c:pt idx="1024">
                  <c:v>27.4</c:v>
                </c:pt>
                <c:pt idx="1025">
                  <c:v>27.4</c:v>
                </c:pt>
                <c:pt idx="1026">
                  <c:v>27.5</c:v>
                </c:pt>
                <c:pt idx="1027">
                  <c:v>27.6</c:v>
                </c:pt>
                <c:pt idx="1028">
                  <c:v>27.6</c:v>
                </c:pt>
                <c:pt idx="1029">
                  <c:v>27.6</c:v>
                </c:pt>
                <c:pt idx="1030">
                  <c:v>27.6</c:v>
                </c:pt>
                <c:pt idx="1031">
                  <c:v>27.6</c:v>
                </c:pt>
                <c:pt idx="1032">
                  <c:v>27.2</c:v>
                </c:pt>
                <c:pt idx="1033">
                  <c:v>27.2</c:v>
                </c:pt>
                <c:pt idx="1034">
                  <c:v>27.2</c:v>
                </c:pt>
                <c:pt idx="1035">
                  <c:v>27.2</c:v>
                </c:pt>
                <c:pt idx="1036">
                  <c:v>27.2</c:v>
                </c:pt>
                <c:pt idx="1037">
                  <c:v>27.2</c:v>
                </c:pt>
                <c:pt idx="1038">
                  <c:v>27.2</c:v>
                </c:pt>
                <c:pt idx="1039">
                  <c:v>27.2</c:v>
                </c:pt>
                <c:pt idx="1040">
                  <c:v>27.4</c:v>
                </c:pt>
                <c:pt idx="1041">
                  <c:v>27.4</c:v>
                </c:pt>
                <c:pt idx="1042">
                  <c:v>27.4</c:v>
                </c:pt>
                <c:pt idx="1043">
                  <c:v>27.4</c:v>
                </c:pt>
                <c:pt idx="1044">
                  <c:v>27.4</c:v>
                </c:pt>
                <c:pt idx="1045">
                  <c:v>27.4</c:v>
                </c:pt>
                <c:pt idx="1046">
                  <c:v>27.5</c:v>
                </c:pt>
                <c:pt idx="1047">
                  <c:v>27.5</c:v>
                </c:pt>
                <c:pt idx="1048">
                  <c:v>27.5</c:v>
                </c:pt>
                <c:pt idx="1049">
                  <c:v>27.5</c:v>
                </c:pt>
                <c:pt idx="1050">
                  <c:v>27.5</c:v>
                </c:pt>
                <c:pt idx="1051">
                  <c:v>27.5</c:v>
                </c:pt>
                <c:pt idx="1052">
                  <c:v>27.5</c:v>
                </c:pt>
                <c:pt idx="1053">
                  <c:v>27.5</c:v>
                </c:pt>
                <c:pt idx="1054">
                  <c:v>27.6</c:v>
                </c:pt>
                <c:pt idx="1055">
                  <c:v>27.6</c:v>
                </c:pt>
                <c:pt idx="1056">
                  <c:v>27.6</c:v>
                </c:pt>
                <c:pt idx="1057">
                  <c:v>27.6</c:v>
                </c:pt>
                <c:pt idx="1058">
                  <c:v>27.6</c:v>
                </c:pt>
                <c:pt idx="1059">
                  <c:v>27.6</c:v>
                </c:pt>
                <c:pt idx="1060">
                  <c:v>27.6</c:v>
                </c:pt>
                <c:pt idx="1061">
                  <c:v>27.6</c:v>
                </c:pt>
                <c:pt idx="1062">
                  <c:v>27.6</c:v>
                </c:pt>
                <c:pt idx="1063">
                  <c:v>27.6</c:v>
                </c:pt>
                <c:pt idx="1064">
                  <c:v>27.6</c:v>
                </c:pt>
                <c:pt idx="1065">
                  <c:v>27.6</c:v>
                </c:pt>
                <c:pt idx="1066">
                  <c:v>27.6</c:v>
                </c:pt>
                <c:pt idx="1067">
                  <c:v>27.6</c:v>
                </c:pt>
                <c:pt idx="1068">
                  <c:v>27.2</c:v>
                </c:pt>
                <c:pt idx="1069">
                  <c:v>27.2</c:v>
                </c:pt>
                <c:pt idx="1070">
                  <c:v>27.2</c:v>
                </c:pt>
                <c:pt idx="1071">
                  <c:v>27.2</c:v>
                </c:pt>
                <c:pt idx="1072">
                  <c:v>27.2</c:v>
                </c:pt>
                <c:pt idx="1073">
                  <c:v>27.2</c:v>
                </c:pt>
                <c:pt idx="1074">
                  <c:v>27.4</c:v>
                </c:pt>
                <c:pt idx="1075">
                  <c:v>27.4</c:v>
                </c:pt>
                <c:pt idx="1076">
                  <c:v>27.4</c:v>
                </c:pt>
                <c:pt idx="1077">
                  <c:v>27.4</c:v>
                </c:pt>
                <c:pt idx="1078">
                  <c:v>27.4</c:v>
                </c:pt>
                <c:pt idx="1079">
                  <c:v>27.4</c:v>
                </c:pt>
                <c:pt idx="1080">
                  <c:v>27.4</c:v>
                </c:pt>
                <c:pt idx="1081">
                  <c:v>27.4</c:v>
                </c:pt>
                <c:pt idx="1082">
                  <c:v>27.5</c:v>
                </c:pt>
                <c:pt idx="1083">
                  <c:v>27.5</c:v>
                </c:pt>
                <c:pt idx="1084">
                  <c:v>27.6</c:v>
                </c:pt>
                <c:pt idx="1085">
                  <c:v>27.6</c:v>
                </c:pt>
                <c:pt idx="1086">
                  <c:v>27.7</c:v>
                </c:pt>
                <c:pt idx="1087">
                  <c:v>27.7</c:v>
                </c:pt>
                <c:pt idx="1088">
                  <c:v>27.7</c:v>
                </c:pt>
                <c:pt idx="1089">
                  <c:v>27.8</c:v>
                </c:pt>
                <c:pt idx="1090">
                  <c:v>27.8</c:v>
                </c:pt>
                <c:pt idx="1091">
                  <c:v>27.8</c:v>
                </c:pt>
                <c:pt idx="1092">
                  <c:v>27.8</c:v>
                </c:pt>
                <c:pt idx="1093">
                  <c:v>27.8</c:v>
                </c:pt>
                <c:pt idx="1094">
                  <c:v>27.8</c:v>
                </c:pt>
                <c:pt idx="1095">
                  <c:v>27.8</c:v>
                </c:pt>
                <c:pt idx="1096">
                  <c:v>27.8</c:v>
                </c:pt>
                <c:pt idx="1097">
                  <c:v>27.8</c:v>
                </c:pt>
                <c:pt idx="1098">
                  <c:v>27.8</c:v>
                </c:pt>
                <c:pt idx="1099">
                  <c:v>27.8</c:v>
                </c:pt>
                <c:pt idx="1100">
                  <c:v>27.8</c:v>
                </c:pt>
                <c:pt idx="1101">
                  <c:v>27.8</c:v>
                </c:pt>
                <c:pt idx="1102">
                  <c:v>27.8</c:v>
                </c:pt>
                <c:pt idx="1103">
                  <c:v>27.8</c:v>
                </c:pt>
                <c:pt idx="1104">
                  <c:v>27.8</c:v>
                </c:pt>
                <c:pt idx="1105">
                  <c:v>27.2</c:v>
                </c:pt>
                <c:pt idx="1106">
                  <c:v>27.2</c:v>
                </c:pt>
                <c:pt idx="1107">
                  <c:v>27.4</c:v>
                </c:pt>
                <c:pt idx="1108">
                  <c:v>27.4</c:v>
                </c:pt>
                <c:pt idx="1109">
                  <c:v>27.4</c:v>
                </c:pt>
                <c:pt idx="1110">
                  <c:v>27.4</c:v>
                </c:pt>
                <c:pt idx="1111">
                  <c:v>27.4</c:v>
                </c:pt>
                <c:pt idx="1112">
                  <c:v>27.4</c:v>
                </c:pt>
                <c:pt idx="1113">
                  <c:v>27.4</c:v>
                </c:pt>
                <c:pt idx="1114">
                  <c:v>27.4</c:v>
                </c:pt>
                <c:pt idx="1115">
                  <c:v>27.4</c:v>
                </c:pt>
                <c:pt idx="1116">
                  <c:v>27.4</c:v>
                </c:pt>
                <c:pt idx="1117">
                  <c:v>27.6</c:v>
                </c:pt>
                <c:pt idx="1118">
                  <c:v>27.6</c:v>
                </c:pt>
                <c:pt idx="1119">
                  <c:v>27.6</c:v>
                </c:pt>
                <c:pt idx="1120">
                  <c:v>27.6</c:v>
                </c:pt>
                <c:pt idx="1121">
                  <c:v>27.6</c:v>
                </c:pt>
                <c:pt idx="1122">
                  <c:v>27.6</c:v>
                </c:pt>
                <c:pt idx="1123">
                  <c:v>27.6</c:v>
                </c:pt>
                <c:pt idx="1124">
                  <c:v>27.7</c:v>
                </c:pt>
                <c:pt idx="1125">
                  <c:v>27.7</c:v>
                </c:pt>
                <c:pt idx="1126">
                  <c:v>27.7</c:v>
                </c:pt>
                <c:pt idx="1127">
                  <c:v>27.7</c:v>
                </c:pt>
                <c:pt idx="1128">
                  <c:v>27.8</c:v>
                </c:pt>
                <c:pt idx="1129">
                  <c:v>27.9</c:v>
                </c:pt>
                <c:pt idx="1130">
                  <c:v>27.9</c:v>
                </c:pt>
                <c:pt idx="1131">
                  <c:v>27.9</c:v>
                </c:pt>
                <c:pt idx="1132">
                  <c:v>27.9</c:v>
                </c:pt>
                <c:pt idx="1133">
                  <c:v>27.9</c:v>
                </c:pt>
                <c:pt idx="1134">
                  <c:v>27.9</c:v>
                </c:pt>
                <c:pt idx="1135">
                  <c:v>27.9</c:v>
                </c:pt>
                <c:pt idx="1136">
                  <c:v>27.9</c:v>
                </c:pt>
                <c:pt idx="1137">
                  <c:v>27.9</c:v>
                </c:pt>
                <c:pt idx="1138">
                  <c:v>27.9</c:v>
                </c:pt>
                <c:pt idx="1139">
                  <c:v>27.9</c:v>
                </c:pt>
                <c:pt idx="1140">
                  <c:v>27.9</c:v>
                </c:pt>
                <c:pt idx="1141">
                  <c:v>27.9</c:v>
                </c:pt>
                <c:pt idx="1142">
                  <c:v>27.2</c:v>
                </c:pt>
                <c:pt idx="1143">
                  <c:v>27.2</c:v>
                </c:pt>
                <c:pt idx="1144">
                  <c:v>27.4</c:v>
                </c:pt>
                <c:pt idx="1145">
                  <c:v>27.4</c:v>
                </c:pt>
                <c:pt idx="1146">
                  <c:v>27.4</c:v>
                </c:pt>
                <c:pt idx="1147">
                  <c:v>27.4</c:v>
                </c:pt>
                <c:pt idx="1148">
                  <c:v>27.2</c:v>
                </c:pt>
                <c:pt idx="1149">
                  <c:v>27.2</c:v>
                </c:pt>
                <c:pt idx="1150">
                  <c:v>27.4</c:v>
                </c:pt>
                <c:pt idx="1151">
                  <c:v>27.4</c:v>
                </c:pt>
                <c:pt idx="1152">
                  <c:v>27.4</c:v>
                </c:pt>
                <c:pt idx="1153">
                  <c:v>27.4</c:v>
                </c:pt>
                <c:pt idx="1154">
                  <c:v>27.4</c:v>
                </c:pt>
                <c:pt idx="1155">
                  <c:v>27.5</c:v>
                </c:pt>
                <c:pt idx="1156">
                  <c:v>27.5</c:v>
                </c:pt>
                <c:pt idx="1157">
                  <c:v>27.5</c:v>
                </c:pt>
                <c:pt idx="1158">
                  <c:v>27.6</c:v>
                </c:pt>
                <c:pt idx="1159">
                  <c:v>27.6</c:v>
                </c:pt>
                <c:pt idx="1160">
                  <c:v>27.6</c:v>
                </c:pt>
                <c:pt idx="1161">
                  <c:v>27.6</c:v>
                </c:pt>
                <c:pt idx="1162">
                  <c:v>27.6</c:v>
                </c:pt>
                <c:pt idx="1163">
                  <c:v>27.6</c:v>
                </c:pt>
                <c:pt idx="1164">
                  <c:v>27.6</c:v>
                </c:pt>
                <c:pt idx="1165">
                  <c:v>27.6</c:v>
                </c:pt>
                <c:pt idx="1166">
                  <c:v>27.6</c:v>
                </c:pt>
                <c:pt idx="1167">
                  <c:v>27.6</c:v>
                </c:pt>
                <c:pt idx="1168">
                  <c:v>27.6</c:v>
                </c:pt>
                <c:pt idx="1169">
                  <c:v>27.6</c:v>
                </c:pt>
                <c:pt idx="1170">
                  <c:v>27.6</c:v>
                </c:pt>
                <c:pt idx="1171">
                  <c:v>27.6</c:v>
                </c:pt>
                <c:pt idx="1172">
                  <c:v>27.6</c:v>
                </c:pt>
                <c:pt idx="1173">
                  <c:v>27.6</c:v>
                </c:pt>
                <c:pt idx="1174">
                  <c:v>27.6</c:v>
                </c:pt>
                <c:pt idx="1175">
                  <c:v>27.6</c:v>
                </c:pt>
                <c:pt idx="1176">
                  <c:v>27.6</c:v>
                </c:pt>
                <c:pt idx="1177">
                  <c:v>27.6</c:v>
                </c:pt>
                <c:pt idx="1178">
                  <c:v>27.6</c:v>
                </c:pt>
                <c:pt idx="1179">
                  <c:v>27.4</c:v>
                </c:pt>
                <c:pt idx="1180">
                  <c:v>27.4</c:v>
                </c:pt>
                <c:pt idx="1181">
                  <c:v>27.4</c:v>
                </c:pt>
                <c:pt idx="1182">
                  <c:v>27.4</c:v>
                </c:pt>
                <c:pt idx="1183">
                  <c:v>27.4</c:v>
                </c:pt>
                <c:pt idx="1184">
                  <c:v>27.5</c:v>
                </c:pt>
                <c:pt idx="1185">
                  <c:v>27.5</c:v>
                </c:pt>
                <c:pt idx="1186">
                  <c:v>27.5</c:v>
                </c:pt>
                <c:pt idx="1187">
                  <c:v>27.5</c:v>
                </c:pt>
                <c:pt idx="1188">
                  <c:v>27.5</c:v>
                </c:pt>
                <c:pt idx="1189">
                  <c:v>27.5</c:v>
                </c:pt>
                <c:pt idx="1190">
                  <c:v>27.5</c:v>
                </c:pt>
                <c:pt idx="1191">
                  <c:v>27.5</c:v>
                </c:pt>
                <c:pt idx="1192">
                  <c:v>27.5</c:v>
                </c:pt>
                <c:pt idx="1193">
                  <c:v>27.5</c:v>
                </c:pt>
                <c:pt idx="1194">
                  <c:v>27.6</c:v>
                </c:pt>
                <c:pt idx="1195">
                  <c:v>27.6</c:v>
                </c:pt>
                <c:pt idx="1196">
                  <c:v>27.6</c:v>
                </c:pt>
                <c:pt idx="1197">
                  <c:v>27.6</c:v>
                </c:pt>
                <c:pt idx="1198">
                  <c:v>27.6</c:v>
                </c:pt>
                <c:pt idx="1199">
                  <c:v>27.6</c:v>
                </c:pt>
                <c:pt idx="1200">
                  <c:v>27.6</c:v>
                </c:pt>
                <c:pt idx="1201">
                  <c:v>27.6</c:v>
                </c:pt>
                <c:pt idx="1202">
                  <c:v>27.6</c:v>
                </c:pt>
                <c:pt idx="1203">
                  <c:v>27.6</c:v>
                </c:pt>
                <c:pt idx="1204">
                  <c:v>27.6</c:v>
                </c:pt>
                <c:pt idx="1205">
                  <c:v>27.6</c:v>
                </c:pt>
                <c:pt idx="1206">
                  <c:v>27.6</c:v>
                </c:pt>
                <c:pt idx="1207">
                  <c:v>27.7</c:v>
                </c:pt>
                <c:pt idx="1208">
                  <c:v>27.7</c:v>
                </c:pt>
                <c:pt idx="1209">
                  <c:v>27.7</c:v>
                </c:pt>
                <c:pt idx="1210">
                  <c:v>27.7</c:v>
                </c:pt>
                <c:pt idx="1211">
                  <c:v>27.6</c:v>
                </c:pt>
                <c:pt idx="1212">
                  <c:v>27.6</c:v>
                </c:pt>
                <c:pt idx="1213">
                  <c:v>27.6</c:v>
                </c:pt>
                <c:pt idx="1214">
                  <c:v>27.7</c:v>
                </c:pt>
                <c:pt idx="1215">
                  <c:v>27.7</c:v>
                </c:pt>
                <c:pt idx="1216">
                  <c:v>27.2</c:v>
                </c:pt>
                <c:pt idx="1217">
                  <c:v>27.2</c:v>
                </c:pt>
                <c:pt idx="1218">
                  <c:v>27.2</c:v>
                </c:pt>
                <c:pt idx="1219">
                  <c:v>27.2</c:v>
                </c:pt>
                <c:pt idx="1220">
                  <c:v>27.2</c:v>
                </c:pt>
                <c:pt idx="1221">
                  <c:v>27.2</c:v>
                </c:pt>
                <c:pt idx="1222">
                  <c:v>27.2</c:v>
                </c:pt>
                <c:pt idx="1223">
                  <c:v>27.2</c:v>
                </c:pt>
                <c:pt idx="1224">
                  <c:v>27.2</c:v>
                </c:pt>
                <c:pt idx="1225">
                  <c:v>27.2</c:v>
                </c:pt>
                <c:pt idx="1226">
                  <c:v>27.2</c:v>
                </c:pt>
                <c:pt idx="1227">
                  <c:v>27.4</c:v>
                </c:pt>
                <c:pt idx="1228">
                  <c:v>27.4</c:v>
                </c:pt>
                <c:pt idx="1229">
                  <c:v>27.4</c:v>
                </c:pt>
                <c:pt idx="1230">
                  <c:v>27.4</c:v>
                </c:pt>
                <c:pt idx="1231">
                  <c:v>27.4</c:v>
                </c:pt>
                <c:pt idx="1232">
                  <c:v>27.4</c:v>
                </c:pt>
                <c:pt idx="1233">
                  <c:v>27.4</c:v>
                </c:pt>
                <c:pt idx="1234">
                  <c:v>27.4</c:v>
                </c:pt>
                <c:pt idx="1235">
                  <c:v>27.4</c:v>
                </c:pt>
                <c:pt idx="1236">
                  <c:v>27.4</c:v>
                </c:pt>
                <c:pt idx="1237">
                  <c:v>27.4</c:v>
                </c:pt>
                <c:pt idx="1238">
                  <c:v>27.4</c:v>
                </c:pt>
                <c:pt idx="1239">
                  <c:v>27.4</c:v>
                </c:pt>
                <c:pt idx="1240">
                  <c:v>27.4</c:v>
                </c:pt>
                <c:pt idx="1241">
                  <c:v>27.5</c:v>
                </c:pt>
                <c:pt idx="1242">
                  <c:v>27.5</c:v>
                </c:pt>
                <c:pt idx="1243">
                  <c:v>27.5</c:v>
                </c:pt>
                <c:pt idx="1244">
                  <c:v>27.5</c:v>
                </c:pt>
                <c:pt idx="1245">
                  <c:v>27.5</c:v>
                </c:pt>
                <c:pt idx="1246">
                  <c:v>27.5</c:v>
                </c:pt>
                <c:pt idx="1247">
                  <c:v>27.5</c:v>
                </c:pt>
                <c:pt idx="1248">
                  <c:v>27.4</c:v>
                </c:pt>
                <c:pt idx="1249">
                  <c:v>27.4</c:v>
                </c:pt>
                <c:pt idx="1250">
                  <c:v>27.5</c:v>
                </c:pt>
                <c:pt idx="1251">
                  <c:v>27.5</c:v>
                </c:pt>
                <c:pt idx="1252">
                  <c:v>27.5</c:v>
                </c:pt>
                <c:pt idx="1253">
                  <c:v>27.2</c:v>
                </c:pt>
                <c:pt idx="1254">
                  <c:v>27.2</c:v>
                </c:pt>
                <c:pt idx="1255">
                  <c:v>27.2</c:v>
                </c:pt>
                <c:pt idx="1256">
                  <c:v>27.2</c:v>
                </c:pt>
                <c:pt idx="1257">
                  <c:v>27.2</c:v>
                </c:pt>
                <c:pt idx="1258">
                  <c:v>27.2</c:v>
                </c:pt>
                <c:pt idx="1259">
                  <c:v>27.4</c:v>
                </c:pt>
                <c:pt idx="1260">
                  <c:v>27.4</c:v>
                </c:pt>
                <c:pt idx="1261">
                  <c:v>27.4</c:v>
                </c:pt>
                <c:pt idx="1262">
                  <c:v>27.4</c:v>
                </c:pt>
                <c:pt idx="1263">
                  <c:v>27.4</c:v>
                </c:pt>
                <c:pt idx="1264">
                  <c:v>27.4</c:v>
                </c:pt>
                <c:pt idx="1265">
                  <c:v>27.4</c:v>
                </c:pt>
                <c:pt idx="1266">
                  <c:v>27.4</c:v>
                </c:pt>
                <c:pt idx="1267">
                  <c:v>27.4</c:v>
                </c:pt>
                <c:pt idx="1268">
                  <c:v>27.4</c:v>
                </c:pt>
                <c:pt idx="1269">
                  <c:v>27.4</c:v>
                </c:pt>
                <c:pt idx="1270">
                  <c:v>27.5</c:v>
                </c:pt>
                <c:pt idx="1271">
                  <c:v>27.5</c:v>
                </c:pt>
                <c:pt idx="1272">
                  <c:v>27.5</c:v>
                </c:pt>
                <c:pt idx="1273">
                  <c:v>27.6</c:v>
                </c:pt>
                <c:pt idx="1274">
                  <c:v>27.6</c:v>
                </c:pt>
                <c:pt idx="1275">
                  <c:v>27.6</c:v>
                </c:pt>
                <c:pt idx="1276">
                  <c:v>27.7</c:v>
                </c:pt>
                <c:pt idx="1277">
                  <c:v>27.7</c:v>
                </c:pt>
                <c:pt idx="1278">
                  <c:v>27.7</c:v>
                </c:pt>
                <c:pt idx="1279">
                  <c:v>27.7</c:v>
                </c:pt>
                <c:pt idx="1280">
                  <c:v>27.7</c:v>
                </c:pt>
                <c:pt idx="1281">
                  <c:v>27.7</c:v>
                </c:pt>
                <c:pt idx="1282">
                  <c:v>27.7</c:v>
                </c:pt>
                <c:pt idx="1283">
                  <c:v>27.7</c:v>
                </c:pt>
                <c:pt idx="1284">
                  <c:v>27.7</c:v>
                </c:pt>
                <c:pt idx="1285">
                  <c:v>27.7</c:v>
                </c:pt>
                <c:pt idx="1286">
                  <c:v>27.7</c:v>
                </c:pt>
                <c:pt idx="1287">
                  <c:v>27.7</c:v>
                </c:pt>
                <c:pt idx="1288">
                  <c:v>27.7</c:v>
                </c:pt>
                <c:pt idx="1289">
                  <c:v>27.7</c:v>
                </c:pt>
                <c:pt idx="1290">
                  <c:v>27.4</c:v>
                </c:pt>
                <c:pt idx="1291">
                  <c:v>27.4</c:v>
                </c:pt>
                <c:pt idx="1292">
                  <c:v>27.4</c:v>
                </c:pt>
                <c:pt idx="1293">
                  <c:v>27.4</c:v>
                </c:pt>
                <c:pt idx="1294">
                  <c:v>27.4</c:v>
                </c:pt>
                <c:pt idx="1295">
                  <c:v>27.4</c:v>
                </c:pt>
                <c:pt idx="1296">
                  <c:v>27.4</c:v>
                </c:pt>
                <c:pt idx="1297">
                  <c:v>27.4</c:v>
                </c:pt>
                <c:pt idx="1298">
                  <c:v>27.4</c:v>
                </c:pt>
                <c:pt idx="1299">
                  <c:v>27.4</c:v>
                </c:pt>
                <c:pt idx="1300">
                  <c:v>27.4</c:v>
                </c:pt>
                <c:pt idx="1301">
                  <c:v>27.4</c:v>
                </c:pt>
                <c:pt idx="1302">
                  <c:v>27.4</c:v>
                </c:pt>
                <c:pt idx="1303">
                  <c:v>27.4</c:v>
                </c:pt>
                <c:pt idx="1304">
                  <c:v>27.4</c:v>
                </c:pt>
                <c:pt idx="1305">
                  <c:v>27.4</c:v>
                </c:pt>
                <c:pt idx="1306">
                  <c:v>27.4</c:v>
                </c:pt>
                <c:pt idx="1307">
                  <c:v>27.5</c:v>
                </c:pt>
                <c:pt idx="1308">
                  <c:v>27.4</c:v>
                </c:pt>
                <c:pt idx="1309">
                  <c:v>27.4</c:v>
                </c:pt>
                <c:pt idx="1310">
                  <c:v>27.4</c:v>
                </c:pt>
                <c:pt idx="1311">
                  <c:v>27.4</c:v>
                </c:pt>
                <c:pt idx="1312">
                  <c:v>27.6</c:v>
                </c:pt>
                <c:pt idx="1313">
                  <c:v>27.7</c:v>
                </c:pt>
                <c:pt idx="1314">
                  <c:v>27.7</c:v>
                </c:pt>
                <c:pt idx="1315">
                  <c:v>27.7</c:v>
                </c:pt>
                <c:pt idx="1316">
                  <c:v>27.7</c:v>
                </c:pt>
                <c:pt idx="1317">
                  <c:v>27.7</c:v>
                </c:pt>
                <c:pt idx="1318">
                  <c:v>27.7</c:v>
                </c:pt>
                <c:pt idx="1319">
                  <c:v>27.7</c:v>
                </c:pt>
                <c:pt idx="1320">
                  <c:v>27.8</c:v>
                </c:pt>
                <c:pt idx="1321">
                  <c:v>27.8</c:v>
                </c:pt>
                <c:pt idx="1322">
                  <c:v>27.8</c:v>
                </c:pt>
                <c:pt idx="1323">
                  <c:v>27.8</c:v>
                </c:pt>
                <c:pt idx="1324">
                  <c:v>27.8</c:v>
                </c:pt>
                <c:pt idx="1325">
                  <c:v>27.8</c:v>
                </c:pt>
                <c:pt idx="1326">
                  <c:v>27.8</c:v>
                </c:pt>
                <c:pt idx="1327">
                  <c:v>27.5</c:v>
                </c:pt>
                <c:pt idx="1328">
                  <c:v>27.5</c:v>
                </c:pt>
                <c:pt idx="1329">
                  <c:v>27.5</c:v>
                </c:pt>
                <c:pt idx="1330">
                  <c:v>27.6</c:v>
                </c:pt>
                <c:pt idx="1331">
                  <c:v>27.6</c:v>
                </c:pt>
                <c:pt idx="1332">
                  <c:v>27.6</c:v>
                </c:pt>
                <c:pt idx="1333">
                  <c:v>27.6</c:v>
                </c:pt>
                <c:pt idx="1334">
                  <c:v>27.6</c:v>
                </c:pt>
                <c:pt idx="1335">
                  <c:v>27.6</c:v>
                </c:pt>
                <c:pt idx="1336">
                  <c:v>27.6</c:v>
                </c:pt>
                <c:pt idx="1337">
                  <c:v>27.6</c:v>
                </c:pt>
                <c:pt idx="1338">
                  <c:v>27.6</c:v>
                </c:pt>
                <c:pt idx="1339">
                  <c:v>27.6</c:v>
                </c:pt>
                <c:pt idx="1340">
                  <c:v>27.7</c:v>
                </c:pt>
                <c:pt idx="1341">
                  <c:v>27.7</c:v>
                </c:pt>
                <c:pt idx="1342">
                  <c:v>27.7</c:v>
                </c:pt>
                <c:pt idx="1343">
                  <c:v>27.7</c:v>
                </c:pt>
                <c:pt idx="1344">
                  <c:v>27.7</c:v>
                </c:pt>
                <c:pt idx="1345">
                  <c:v>27.7</c:v>
                </c:pt>
                <c:pt idx="1346">
                  <c:v>27.7</c:v>
                </c:pt>
                <c:pt idx="1347">
                  <c:v>27.7</c:v>
                </c:pt>
                <c:pt idx="1348">
                  <c:v>27.7</c:v>
                </c:pt>
                <c:pt idx="1349">
                  <c:v>27.6</c:v>
                </c:pt>
                <c:pt idx="1350">
                  <c:v>27.6</c:v>
                </c:pt>
                <c:pt idx="1351">
                  <c:v>27.6</c:v>
                </c:pt>
                <c:pt idx="1352">
                  <c:v>27.6</c:v>
                </c:pt>
                <c:pt idx="1353">
                  <c:v>27.7</c:v>
                </c:pt>
                <c:pt idx="1354">
                  <c:v>27.7</c:v>
                </c:pt>
                <c:pt idx="1355">
                  <c:v>27.7</c:v>
                </c:pt>
                <c:pt idx="1356">
                  <c:v>27.7</c:v>
                </c:pt>
                <c:pt idx="1357">
                  <c:v>27.6</c:v>
                </c:pt>
                <c:pt idx="1358">
                  <c:v>27.6</c:v>
                </c:pt>
                <c:pt idx="1359">
                  <c:v>27.7</c:v>
                </c:pt>
                <c:pt idx="1360">
                  <c:v>27.7</c:v>
                </c:pt>
                <c:pt idx="1361">
                  <c:v>27.7</c:v>
                </c:pt>
                <c:pt idx="1362">
                  <c:v>27.7</c:v>
                </c:pt>
                <c:pt idx="1363">
                  <c:v>27.8</c:v>
                </c:pt>
                <c:pt idx="1364">
                  <c:v>27.6</c:v>
                </c:pt>
                <c:pt idx="1365">
                  <c:v>27.6</c:v>
                </c:pt>
                <c:pt idx="1366">
                  <c:v>27.6</c:v>
                </c:pt>
                <c:pt idx="1367">
                  <c:v>27.6</c:v>
                </c:pt>
                <c:pt idx="1368">
                  <c:v>27.6</c:v>
                </c:pt>
                <c:pt idx="1369">
                  <c:v>27.6</c:v>
                </c:pt>
                <c:pt idx="1370">
                  <c:v>27.6</c:v>
                </c:pt>
                <c:pt idx="1371">
                  <c:v>27.7</c:v>
                </c:pt>
                <c:pt idx="1372">
                  <c:v>27.8</c:v>
                </c:pt>
                <c:pt idx="1373">
                  <c:v>27.8</c:v>
                </c:pt>
                <c:pt idx="1374">
                  <c:v>27.8</c:v>
                </c:pt>
                <c:pt idx="1375">
                  <c:v>27.8</c:v>
                </c:pt>
                <c:pt idx="1376">
                  <c:v>27.8</c:v>
                </c:pt>
                <c:pt idx="1377">
                  <c:v>27.8</c:v>
                </c:pt>
                <c:pt idx="1378">
                  <c:v>27.9</c:v>
                </c:pt>
                <c:pt idx="1379">
                  <c:v>27.9</c:v>
                </c:pt>
                <c:pt idx="1380">
                  <c:v>27.9</c:v>
                </c:pt>
                <c:pt idx="1381">
                  <c:v>28</c:v>
                </c:pt>
                <c:pt idx="1382">
                  <c:v>28</c:v>
                </c:pt>
                <c:pt idx="1383">
                  <c:v>28</c:v>
                </c:pt>
                <c:pt idx="1384">
                  <c:v>28.1</c:v>
                </c:pt>
                <c:pt idx="1385">
                  <c:v>28.1</c:v>
                </c:pt>
                <c:pt idx="1386">
                  <c:v>28.1</c:v>
                </c:pt>
                <c:pt idx="1387">
                  <c:v>28.1</c:v>
                </c:pt>
                <c:pt idx="1388">
                  <c:v>28.1</c:v>
                </c:pt>
                <c:pt idx="1389">
                  <c:v>28.1</c:v>
                </c:pt>
                <c:pt idx="1390">
                  <c:v>28.1</c:v>
                </c:pt>
                <c:pt idx="1391">
                  <c:v>28.1</c:v>
                </c:pt>
                <c:pt idx="1392">
                  <c:v>28.1</c:v>
                </c:pt>
                <c:pt idx="1393">
                  <c:v>28.1</c:v>
                </c:pt>
                <c:pt idx="1394">
                  <c:v>28.1</c:v>
                </c:pt>
                <c:pt idx="1395">
                  <c:v>28.1</c:v>
                </c:pt>
                <c:pt idx="1396">
                  <c:v>28.1</c:v>
                </c:pt>
                <c:pt idx="1397">
                  <c:v>28.1</c:v>
                </c:pt>
                <c:pt idx="1398">
                  <c:v>28.1</c:v>
                </c:pt>
                <c:pt idx="1399">
                  <c:v>28.1</c:v>
                </c:pt>
                <c:pt idx="1400">
                  <c:v>28.1</c:v>
                </c:pt>
                <c:pt idx="1401">
                  <c:v>27.5</c:v>
                </c:pt>
                <c:pt idx="1402">
                  <c:v>27.5</c:v>
                </c:pt>
                <c:pt idx="1403">
                  <c:v>27.5</c:v>
                </c:pt>
                <c:pt idx="1404">
                  <c:v>27.5</c:v>
                </c:pt>
                <c:pt idx="1405">
                  <c:v>27.5</c:v>
                </c:pt>
                <c:pt idx="1406">
                  <c:v>27.5</c:v>
                </c:pt>
                <c:pt idx="1407">
                  <c:v>27.5</c:v>
                </c:pt>
                <c:pt idx="1408">
                  <c:v>27.5</c:v>
                </c:pt>
                <c:pt idx="1409">
                  <c:v>27.5</c:v>
                </c:pt>
                <c:pt idx="1410">
                  <c:v>27.5</c:v>
                </c:pt>
                <c:pt idx="1411">
                  <c:v>27.5</c:v>
                </c:pt>
                <c:pt idx="1412">
                  <c:v>27.5</c:v>
                </c:pt>
                <c:pt idx="1413">
                  <c:v>27.5</c:v>
                </c:pt>
                <c:pt idx="1414">
                  <c:v>27.5</c:v>
                </c:pt>
                <c:pt idx="1415">
                  <c:v>27.5</c:v>
                </c:pt>
                <c:pt idx="1416">
                  <c:v>27.5</c:v>
                </c:pt>
                <c:pt idx="1417">
                  <c:v>27.5</c:v>
                </c:pt>
                <c:pt idx="1418">
                  <c:v>27.5</c:v>
                </c:pt>
                <c:pt idx="1419">
                  <c:v>27.5</c:v>
                </c:pt>
                <c:pt idx="1420">
                  <c:v>27.5</c:v>
                </c:pt>
                <c:pt idx="1421">
                  <c:v>27.5</c:v>
                </c:pt>
                <c:pt idx="1422">
                  <c:v>27.5</c:v>
                </c:pt>
                <c:pt idx="1423">
                  <c:v>27.5</c:v>
                </c:pt>
                <c:pt idx="1424">
                  <c:v>27.6</c:v>
                </c:pt>
                <c:pt idx="1425">
                  <c:v>27.6</c:v>
                </c:pt>
                <c:pt idx="1426">
                  <c:v>27.6</c:v>
                </c:pt>
                <c:pt idx="1427">
                  <c:v>27.6</c:v>
                </c:pt>
                <c:pt idx="1428">
                  <c:v>27.6</c:v>
                </c:pt>
                <c:pt idx="1429">
                  <c:v>27.6</c:v>
                </c:pt>
                <c:pt idx="1430">
                  <c:v>27.6</c:v>
                </c:pt>
                <c:pt idx="1431">
                  <c:v>27.6</c:v>
                </c:pt>
                <c:pt idx="1432">
                  <c:v>27.6</c:v>
                </c:pt>
                <c:pt idx="1433">
                  <c:v>27.6</c:v>
                </c:pt>
                <c:pt idx="1434">
                  <c:v>27.6</c:v>
                </c:pt>
                <c:pt idx="1435">
                  <c:v>27.6</c:v>
                </c:pt>
                <c:pt idx="1436">
                  <c:v>27.6</c:v>
                </c:pt>
                <c:pt idx="1437">
                  <c:v>27.6</c:v>
                </c:pt>
                <c:pt idx="1438">
                  <c:v>27.5</c:v>
                </c:pt>
                <c:pt idx="1439">
                  <c:v>27.5</c:v>
                </c:pt>
                <c:pt idx="1440">
                  <c:v>27.5</c:v>
                </c:pt>
                <c:pt idx="1441">
                  <c:v>27.5</c:v>
                </c:pt>
                <c:pt idx="1442">
                  <c:v>27.5</c:v>
                </c:pt>
                <c:pt idx="1443">
                  <c:v>27.5</c:v>
                </c:pt>
                <c:pt idx="1444">
                  <c:v>27.5</c:v>
                </c:pt>
                <c:pt idx="1445">
                  <c:v>27.6</c:v>
                </c:pt>
                <c:pt idx="1446">
                  <c:v>27.6</c:v>
                </c:pt>
                <c:pt idx="1447">
                  <c:v>27.6</c:v>
                </c:pt>
                <c:pt idx="1448">
                  <c:v>27.6</c:v>
                </c:pt>
                <c:pt idx="1449">
                  <c:v>27.6</c:v>
                </c:pt>
                <c:pt idx="1450">
                  <c:v>27.6</c:v>
                </c:pt>
                <c:pt idx="1451">
                  <c:v>27.6</c:v>
                </c:pt>
                <c:pt idx="1452">
                  <c:v>27.6</c:v>
                </c:pt>
                <c:pt idx="1453">
                  <c:v>27.6</c:v>
                </c:pt>
                <c:pt idx="1454">
                  <c:v>27.6</c:v>
                </c:pt>
                <c:pt idx="1455">
                  <c:v>27.6</c:v>
                </c:pt>
                <c:pt idx="1456">
                  <c:v>27.6</c:v>
                </c:pt>
                <c:pt idx="1457">
                  <c:v>27.7</c:v>
                </c:pt>
                <c:pt idx="1458">
                  <c:v>27.7</c:v>
                </c:pt>
                <c:pt idx="1459">
                  <c:v>27.7</c:v>
                </c:pt>
                <c:pt idx="1460">
                  <c:v>27.8</c:v>
                </c:pt>
                <c:pt idx="1461">
                  <c:v>27.8</c:v>
                </c:pt>
                <c:pt idx="1462">
                  <c:v>27.8</c:v>
                </c:pt>
                <c:pt idx="1463">
                  <c:v>27.8</c:v>
                </c:pt>
                <c:pt idx="1464">
                  <c:v>27.8</c:v>
                </c:pt>
                <c:pt idx="1465">
                  <c:v>27.8</c:v>
                </c:pt>
                <c:pt idx="1466">
                  <c:v>27.8</c:v>
                </c:pt>
                <c:pt idx="1467">
                  <c:v>27.8</c:v>
                </c:pt>
                <c:pt idx="1468">
                  <c:v>27.9</c:v>
                </c:pt>
                <c:pt idx="1469">
                  <c:v>27.8</c:v>
                </c:pt>
                <c:pt idx="1470">
                  <c:v>27.9</c:v>
                </c:pt>
                <c:pt idx="1471">
                  <c:v>27.9</c:v>
                </c:pt>
                <c:pt idx="1472">
                  <c:v>27.9</c:v>
                </c:pt>
                <c:pt idx="1473">
                  <c:v>27.9</c:v>
                </c:pt>
                <c:pt idx="1474">
                  <c:v>27.9</c:v>
                </c:pt>
                <c:pt idx="1475">
                  <c:v>27.4</c:v>
                </c:pt>
                <c:pt idx="1476">
                  <c:v>27.4</c:v>
                </c:pt>
                <c:pt idx="1477">
                  <c:v>27.5</c:v>
                </c:pt>
                <c:pt idx="1478">
                  <c:v>27.5</c:v>
                </c:pt>
                <c:pt idx="1479">
                  <c:v>27.5</c:v>
                </c:pt>
                <c:pt idx="1480">
                  <c:v>27.5</c:v>
                </c:pt>
                <c:pt idx="1481">
                  <c:v>27.5</c:v>
                </c:pt>
                <c:pt idx="1482">
                  <c:v>27.5</c:v>
                </c:pt>
                <c:pt idx="1483">
                  <c:v>27.5</c:v>
                </c:pt>
                <c:pt idx="1484">
                  <c:v>27.5</c:v>
                </c:pt>
                <c:pt idx="1485">
                  <c:v>27.5</c:v>
                </c:pt>
                <c:pt idx="1486">
                  <c:v>27.5</c:v>
                </c:pt>
                <c:pt idx="1487">
                  <c:v>27.5</c:v>
                </c:pt>
                <c:pt idx="1488">
                  <c:v>27.4</c:v>
                </c:pt>
                <c:pt idx="1489">
                  <c:v>27.4</c:v>
                </c:pt>
                <c:pt idx="1490">
                  <c:v>27.4</c:v>
                </c:pt>
                <c:pt idx="1491">
                  <c:v>27.4</c:v>
                </c:pt>
                <c:pt idx="1492">
                  <c:v>27.4</c:v>
                </c:pt>
                <c:pt idx="1493">
                  <c:v>27.4</c:v>
                </c:pt>
                <c:pt idx="1494">
                  <c:v>27.4</c:v>
                </c:pt>
                <c:pt idx="1495">
                  <c:v>27.4</c:v>
                </c:pt>
                <c:pt idx="1496">
                  <c:v>27.4</c:v>
                </c:pt>
                <c:pt idx="1497">
                  <c:v>27.4</c:v>
                </c:pt>
                <c:pt idx="1498">
                  <c:v>27.4</c:v>
                </c:pt>
                <c:pt idx="1499">
                  <c:v>27.4</c:v>
                </c:pt>
                <c:pt idx="1500">
                  <c:v>27.5</c:v>
                </c:pt>
                <c:pt idx="1501">
                  <c:v>27.5</c:v>
                </c:pt>
                <c:pt idx="1502">
                  <c:v>27.5</c:v>
                </c:pt>
                <c:pt idx="1503">
                  <c:v>27.5</c:v>
                </c:pt>
                <c:pt idx="1504">
                  <c:v>27.5</c:v>
                </c:pt>
                <c:pt idx="1505">
                  <c:v>27.5</c:v>
                </c:pt>
                <c:pt idx="1506">
                  <c:v>27.5</c:v>
                </c:pt>
                <c:pt idx="1507">
                  <c:v>27.5</c:v>
                </c:pt>
                <c:pt idx="1508">
                  <c:v>27.5</c:v>
                </c:pt>
                <c:pt idx="1509">
                  <c:v>27.5</c:v>
                </c:pt>
                <c:pt idx="1510">
                  <c:v>27.5</c:v>
                </c:pt>
                <c:pt idx="1511">
                  <c:v>27.5</c:v>
                </c:pt>
                <c:pt idx="1512">
                  <c:v>27.5</c:v>
                </c:pt>
                <c:pt idx="1513">
                  <c:v>27.5</c:v>
                </c:pt>
                <c:pt idx="1514">
                  <c:v>27.5</c:v>
                </c:pt>
                <c:pt idx="1515">
                  <c:v>27.5</c:v>
                </c:pt>
                <c:pt idx="1516">
                  <c:v>27.5</c:v>
                </c:pt>
                <c:pt idx="1517">
                  <c:v>27.5</c:v>
                </c:pt>
                <c:pt idx="1518">
                  <c:v>27.5</c:v>
                </c:pt>
                <c:pt idx="1519">
                  <c:v>27.5</c:v>
                </c:pt>
                <c:pt idx="1520">
                  <c:v>27.5</c:v>
                </c:pt>
                <c:pt idx="1521">
                  <c:v>27.5</c:v>
                </c:pt>
                <c:pt idx="1522">
                  <c:v>27.5</c:v>
                </c:pt>
                <c:pt idx="1523">
                  <c:v>27.5</c:v>
                </c:pt>
                <c:pt idx="1524">
                  <c:v>27.4</c:v>
                </c:pt>
                <c:pt idx="1525">
                  <c:v>27.4</c:v>
                </c:pt>
                <c:pt idx="1526">
                  <c:v>27.5</c:v>
                </c:pt>
                <c:pt idx="1527">
                  <c:v>27.4</c:v>
                </c:pt>
                <c:pt idx="1528">
                  <c:v>27.5</c:v>
                </c:pt>
                <c:pt idx="1529">
                  <c:v>27.5</c:v>
                </c:pt>
                <c:pt idx="1530">
                  <c:v>27.5</c:v>
                </c:pt>
                <c:pt idx="1531">
                  <c:v>27.5</c:v>
                </c:pt>
                <c:pt idx="1532">
                  <c:v>27.5</c:v>
                </c:pt>
                <c:pt idx="1533">
                  <c:v>27.5</c:v>
                </c:pt>
                <c:pt idx="1534">
                  <c:v>27.5</c:v>
                </c:pt>
                <c:pt idx="1535">
                  <c:v>27.5</c:v>
                </c:pt>
                <c:pt idx="1536">
                  <c:v>27.5</c:v>
                </c:pt>
                <c:pt idx="1537">
                  <c:v>27.5</c:v>
                </c:pt>
                <c:pt idx="1538">
                  <c:v>27.6</c:v>
                </c:pt>
                <c:pt idx="1539">
                  <c:v>27.6</c:v>
                </c:pt>
                <c:pt idx="1540">
                  <c:v>27.6</c:v>
                </c:pt>
                <c:pt idx="1541">
                  <c:v>27.6</c:v>
                </c:pt>
                <c:pt idx="1542">
                  <c:v>27.6</c:v>
                </c:pt>
                <c:pt idx="1543">
                  <c:v>27.6</c:v>
                </c:pt>
                <c:pt idx="1544">
                  <c:v>27.7</c:v>
                </c:pt>
                <c:pt idx="1545">
                  <c:v>27.6</c:v>
                </c:pt>
                <c:pt idx="1546">
                  <c:v>27.6</c:v>
                </c:pt>
                <c:pt idx="1547">
                  <c:v>27.6</c:v>
                </c:pt>
                <c:pt idx="1548">
                  <c:v>27.6</c:v>
                </c:pt>
                <c:pt idx="1549">
                  <c:v>27.6</c:v>
                </c:pt>
                <c:pt idx="1550">
                  <c:v>27.6</c:v>
                </c:pt>
                <c:pt idx="1551">
                  <c:v>27.4</c:v>
                </c:pt>
                <c:pt idx="1552">
                  <c:v>27.4</c:v>
                </c:pt>
                <c:pt idx="1553">
                  <c:v>27.4</c:v>
                </c:pt>
                <c:pt idx="1554">
                  <c:v>27.4</c:v>
                </c:pt>
                <c:pt idx="1555">
                  <c:v>27.2</c:v>
                </c:pt>
                <c:pt idx="1556">
                  <c:v>27.2</c:v>
                </c:pt>
                <c:pt idx="1557">
                  <c:v>27.2</c:v>
                </c:pt>
                <c:pt idx="1558">
                  <c:v>27.2</c:v>
                </c:pt>
                <c:pt idx="1559">
                  <c:v>27.2</c:v>
                </c:pt>
                <c:pt idx="1560">
                  <c:v>27.2</c:v>
                </c:pt>
                <c:pt idx="1561">
                  <c:v>27.2</c:v>
                </c:pt>
                <c:pt idx="1562">
                  <c:v>27.2</c:v>
                </c:pt>
                <c:pt idx="1563">
                  <c:v>27.2</c:v>
                </c:pt>
                <c:pt idx="1564">
                  <c:v>27.2</c:v>
                </c:pt>
                <c:pt idx="1565">
                  <c:v>27.2</c:v>
                </c:pt>
                <c:pt idx="1566">
                  <c:v>27.2</c:v>
                </c:pt>
                <c:pt idx="1567">
                  <c:v>27.2</c:v>
                </c:pt>
                <c:pt idx="1568">
                  <c:v>27.2</c:v>
                </c:pt>
                <c:pt idx="1569">
                  <c:v>27.2</c:v>
                </c:pt>
                <c:pt idx="1570">
                  <c:v>27.2</c:v>
                </c:pt>
                <c:pt idx="1571">
                  <c:v>27.4</c:v>
                </c:pt>
                <c:pt idx="1572">
                  <c:v>27.4</c:v>
                </c:pt>
                <c:pt idx="1573">
                  <c:v>27.4</c:v>
                </c:pt>
                <c:pt idx="1574">
                  <c:v>27.4</c:v>
                </c:pt>
                <c:pt idx="1575">
                  <c:v>27.4</c:v>
                </c:pt>
                <c:pt idx="1576">
                  <c:v>27.4</c:v>
                </c:pt>
                <c:pt idx="1577">
                  <c:v>27.4</c:v>
                </c:pt>
                <c:pt idx="1578">
                  <c:v>27.4</c:v>
                </c:pt>
                <c:pt idx="1579">
                  <c:v>27.4</c:v>
                </c:pt>
                <c:pt idx="1580">
                  <c:v>27.4</c:v>
                </c:pt>
                <c:pt idx="1581">
                  <c:v>27.4</c:v>
                </c:pt>
                <c:pt idx="1582">
                  <c:v>27.5</c:v>
                </c:pt>
                <c:pt idx="1583">
                  <c:v>27.5</c:v>
                </c:pt>
                <c:pt idx="1584">
                  <c:v>27.4</c:v>
                </c:pt>
                <c:pt idx="1585">
                  <c:v>27.4</c:v>
                </c:pt>
                <c:pt idx="1586">
                  <c:v>27.4</c:v>
                </c:pt>
                <c:pt idx="1587">
                  <c:v>27.5</c:v>
                </c:pt>
                <c:pt idx="1588">
                  <c:v>27.5</c:v>
                </c:pt>
                <c:pt idx="1589">
                  <c:v>27.5</c:v>
                </c:pt>
                <c:pt idx="1590">
                  <c:v>27.5</c:v>
                </c:pt>
                <c:pt idx="1591">
                  <c:v>27.4</c:v>
                </c:pt>
                <c:pt idx="1592">
                  <c:v>27.4</c:v>
                </c:pt>
                <c:pt idx="1593">
                  <c:v>27.4</c:v>
                </c:pt>
                <c:pt idx="1594">
                  <c:v>27.4</c:v>
                </c:pt>
                <c:pt idx="1595">
                  <c:v>27.4</c:v>
                </c:pt>
                <c:pt idx="1596">
                  <c:v>27.5</c:v>
                </c:pt>
                <c:pt idx="1597">
                  <c:v>27.6</c:v>
                </c:pt>
                <c:pt idx="1598">
                  <c:v>27.6</c:v>
                </c:pt>
                <c:pt idx="1599">
                  <c:v>27.6</c:v>
                </c:pt>
                <c:pt idx="1600">
                  <c:v>27.6</c:v>
                </c:pt>
                <c:pt idx="1601">
                  <c:v>27.6</c:v>
                </c:pt>
                <c:pt idx="1602">
                  <c:v>27.6</c:v>
                </c:pt>
                <c:pt idx="1603">
                  <c:v>27.6</c:v>
                </c:pt>
                <c:pt idx="1604">
                  <c:v>27.6</c:v>
                </c:pt>
                <c:pt idx="1605">
                  <c:v>27.6</c:v>
                </c:pt>
                <c:pt idx="1606">
                  <c:v>27.6</c:v>
                </c:pt>
                <c:pt idx="1607">
                  <c:v>27.6</c:v>
                </c:pt>
                <c:pt idx="1608">
                  <c:v>27.6</c:v>
                </c:pt>
                <c:pt idx="1609">
                  <c:v>27.6</c:v>
                </c:pt>
                <c:pt idx="1610">
                  <c:v>27.6</c:v>
                </c:pt>
                <c:pt idx="1611">
                  <c:v>27.6</c:v>
                </c:pt>
                <c:pt idx="1612">
                  <c:v>27.6</c:v>
                </c:pt>
                <c:pt idx="1613">
                  <c:v>27.6</c:v>
                </c:pt>
                <c:pt idx="1614">
                  <c:v>27.6</c:v>
                </c:pt>
                <c:pt idx="1615">
                  <c:v>27.6</c:v>
                </c:pt>
                <c:pt idx="1616">
                  <c:v>27.6</c:v>
                </c:pt>
                <c:pt idx="1617">
                  <c:v>27.6</c:v>
                </c:pt>
                <c:pt idx="1618">
                  <c:v>27.6</c:v>
                </c:pt>
                <c:pt idx="1619">
                  <c:v>27.7</c:v>
                </c:pt>
                <c:pt idx="1620">
                  <c:v>27.7</c:v>
                </c:pt>
                <c:pt idx="1621">
                  <c:v>27.7</c:v>
                </c:pt>
                <c:pt idx="1622">
                  <c:v>27.7</c:v>
                </c:pt>
                <c:pt idx="1623">
                  <c:v>27.7</c:v>
                </c:pt>
                <c:pt idx="1624">
                  <c:v>27.7</c:v>
                </c:pt>
                <c:pt idx="1625">
                  <c:v>27.4</c:v>
                </c:pt>
                <c:pt idx="1626">
                  <c:v>27.4</c:v>
                </c:pt>
                <c:pt idx="1627">
                  <c:v>27.4</c:v>
                </c:pt>
                <c:pt idx="1628">
                  <c:v>27.4</c:v>
                </c:pt>
                <c:pt idx="1629">
                  <c:v>27.4</c:v>
                </c:pt>
                <c:pt idx="1630">
                  <c:v>27.4</c:v>
                </c:pt>
                <c:pt idx="1631">
                  <c:v>27.4</c:v>
                </c:pt>
                <c:pt idx="1632">
                  <c:v>27.4</c:v>
                </c:pt>
                <c:pt idx="1633">
                  <c:v>27.5</c:v>
                </c:pt>
                <c:pt idx="1634">
                  <c:v>27.4</c:v>
                </c:pt>
                <c:pt idx="1635">
                  <c:v>27.5</c:v>
                </c:pt>
                <c:pt idx="1636">
                  <c:v>27.5</c:v>
                </c:pt>
                <c:pt idx="1637">
                  <c:v>27.5</c:v>
                </c:pt>
                <c:pt idx="1638">
                  <c:v>27.5</c:v>
                </c:pt>
                <c:pt idx="1639">
                  <c:v>27.5</c:v>
                </c:pt>
                <c:pt idx="1640">
                  <c:v>27.5</c:v>
                </c:pt>
                <c:pt idx="1641">
                  <c:v>27.5</c:v>
                </c:pt>
                <c:pt idx="1642">
                  <c:v>27.5</c:v>
                </c:pt>
                <c:pt idx="1643">
                  <c:v>27.6</c:v>
                </c:pt>
                <c:pt idx="1644">
                  <c:v>27.6</c:v>
                </c:pt>
                <c:pt idx="1645">
                  <c:v>27.7</c:v>
                </c:pt>
                <c:pt idx="1646">
                  <c:v>27.7</c:v>
                </c:pt>
                <c:pt idx="1647">
                  <c:v>27.6</c:v>
                </c:pt>
                <c:pt idx="1648">
                  <c:v>27.6</c:v>
                </c:pt>
                <c:pt idx="1649">
                  <c:v>27.6</c:v>
                </c:pt>
                <c:pt idx="1650">
                  <c:v>27.6</c:v>
                </c:pt>
                <c:pt idx="1651">
                  <c:v>27.6</c:v>
                </c:pt>
                <c:pt idx="1652">
                  <c:v>27.5</c:v>
                </c:pt>
                <c:pt idx="1653">
                  <c:v>27.6</c:v>
                </c:pt>
                <c:pt idx="1654">
                  <c:v>27.6</c:v>
                </c:pt>
                <c:pt idx="1655">
                  <c:v>27.6</c:v>
                </c:pt>
                <c:pt idx="1656">
                  <c:v>27.6</c:v>
                </c:pt>
                <c:pt idx="1657">
                  <c:v>27.6</c:v>
                </c:pt>
                <c:pt idx="1658">
                  <c:v>27.6</c:v>
                </c:pt>
                <c:pt idx="1659">
                  <c:v>27.6</c:v>
                </c:pt>
                <c:pt idx="1660">
                  <c:v>27.6</c:v>
                </c:pt>
                <c:pt idx="1661">
                  <c:v>27.6</c:v>
                </c:pt>
                <c:pt idx="1662">
                  <c:v>27.5</c:v>
                </c:pt>
                <c:pt idx="1663">
                  <c:v>27.5</c:v>
                </c:pt>
                <c:pt idx="1664">
                  <c:v>27.5</c:v>
                </c:pt>
                <c:pt idx="1665">
                  <c:v>27.4</c:v>
                </c:pt>
                <c:pt idx="1666">
                  <c:v>27.4</c:v>
                </c:pt>
                <c:pt idx="1667">
                  <c:v>27.4</c:v>
                </c:pt>
                <c:pt idx="1668">
                  <c:v>27.4</c:v>
                </c:pt>
                <c:pt idx="1669">
                  <c:v>27.4</c:v>
                </c:pt>
                <c:pt idx="1670">
                  <c:v>27.4</c:v>
                </c:pt>
                <c:pt idx="1671">
                  <c:v>27.4</c:v>
                </c:pt>
                <c:pt idx="1672">
                  <c:v>27.4</c:v>
                </c:pt>
                <c:pt idx="1673">
                  <c:v>27.4</c:v>
                </c:pt>
                <c:pt idx="1674">
                  <c:v>27.5</c:v>
                </c:pt>
                <c:pt idx="1675">
                  <c:v>27.5</c:v>
                </c:pt>
                <c:pt idx="1676">
                  <c:v>27.5</c:v>
                </c:pt>
                <c:pt idx="1677">
                  <c:v>27.5</c:v>
                </c:pt>
                <c:pt idx="1678">
                  <c:v>27.5</c:v>
                </c:pt>
                <c:pt idx="1679">
                  <c:v>27.5</c:v>
                </c:pt>
                <c:pt idx="1680">
                  <c:v>27.5</c:v>
                </c:pt>
                <c:pt idx="1681">
                  <c:v>27.5</c:v>
                </c:pt>
                <c:pt idx="1682">
                  <c:v>27.5</c:v>
                </c:pt>
                <c:pt idx="1683">
                  <c:v>27.5</c:v>
                </c:pt>
                <c:pt idx="1684">
                  <c:v>27.5</c:v>
                </c:pt>
                <c:pt idx="1685">
                  <c:v>27.5</c:v>
                </c:pt>
                <c:pt idx="1686">
                  <c:v>27.5</c:v>
                </c:pt>
                <c:pt idx="1687">
                  <c:v>27.5</c:v>
                </c:pt>
                <c:pt idx="1688">
                  <c:v>27.5</c:v>
                </c:pt>
                <c:pt idx="1689">
                  <c:v>27.5</c:v>
                </c:pt>
                <c:pt idx="1690">
                  <c:v>27.6</c:v>
                </c:pt>
                <c:pt idx="1691">
                  <c:v>27.6</c:v>
                </c:pt>
                <c:pt idx="1692">
                  <c:v>27.6</c:v>
                </c:pt>
                <c:pt idx="1693">
                  <c:v>27.6</c:v>
                </c:pt>
                <c:pt idx="1694">
                  <c:v>27.6</c:v>
                </c:pt>
                <c:pt idx="1695">
                  <c:v>27.6</c:v>
                </c:pt>
                <c:pt idx="1696">
                  <c:v>27.6</c:v>
                </c:pt>
                <c:pt idx="1697">
                  <c:v>27.6</c:v>
                </c:pt>
                <c:pt idx="1698">
                  <c:v>27.6</c:v>
                </c:pt>
                <c:pt idx="1699">
                  <c:v>27.5</c:v>
                </c:pt>
                <c:pt idx="1700">
                  <c:v>27.5</c:v>
                </c:pt>
                <c:pt idx="1701">
                  <c:v>27.5</c:v>
                </c:pt>
                <c:pt idx="1702">
                  <c:v>27.5</c:v>
                </c:pt>
                <c:pt idx="1703">
                  <c:v>27.5</c:v>
                </c:pt>
                <c:pt idx="1704">
                  <c:v>27.5</c:v>
                </c:pt>
                <c:pt idx="1705">
                  <c:v>27.5</c:v>
                </c:pt>
                <c:pt idx="1706">
                  <c:v>27.5</c:v>
                </c:pt>
                <c:pt idx="1707">
                  <c:v>27.5</c:v>
                </c:pt>
                <c:pt idx="1708">
                  <c:v>27.5</c:v>
                </c:pt>
                <c:pt idx="1709">
                  <c:v>27.5</c:v>
                </c:pt>
                <c:pt idx="1710">
                  <c:v>27.5</c:v>
                </c:pt>
                <c:pt idx="1711">
                  <c:v>27.5</c:v>
                </c:pt>
                <c:pt idx="1712">
                  <c:v>27.5</c:v>
                </c:pt>
                <c:pt idx="1713">
                  <c:v>27.5</c:v>
                </c:pt>
                <c:pt idx="1714">
                  <c:v>27.5</c:v>
                </c:pt>
                <c:pt idx="1715">
                  <c:v>27.5</c:v>
                </c:pt>
                <c:pt idx="1716">
                  <c:v>27.5</c:v>
                </c:pt>
                <c:pt idx="1717">
                  <c:v>27.5</c:v>
                </c:pt>
                <c:pt idx="1718">
                  <c:v>27.5</c:v>
                </c:pt>
                <c:pt idx="1719">
                  <c:v>27.5</c:v>
                </c:pt>
                <c:pt idx="1720">
                  <c:v>27.5</c:v>
                </c:pt>
                <c:pt idx="1721">
                  <c:v>27.5</c:v>
                </c:pt>
                <c:pt idx="1722">
                  <c:v>27.5</c:v>
                </c:pt>
                <c:pt idx="1723">
                  <c:v>27.4</c:v>
                </c:pt>
                <c:pt idx="1724">
                  <c:v>27.4</c:v>
                </c:pt>
                <c:pt idx="1725">
                  <c:v>27.4</c:v>
                </c:pt>
                <c:pt idx="1726">
                  <c:v>27.5</c:v>
                </c:pt>
                <c:pt idx="1727">
                  <c:v>27.5</c:v>
                </c:pt>
                <c:pt idx="1728">
                  <c:v>27.5</c:v>
                </c:pt>
                <c:pt idx="1729">
                  <c:v>27.5</c:v>
                </c:pt>
                <c:pt idx="1730">
                  <c:v>27.5</c:v>
                </c:pt>
                <c:pt idx="1731">
                  <c:v>27.5</c:v>
                </c:pt>
                <c:pt idx="1732">
                  <c:v>27.5</c:v>
                </c:pt>
                <c:pt idx="1733">
                  <c:v>27.5</c:v>
                </c:pt>
                <c:pt idx="1734">
                  <c:v>27.5</c:v>
                </c:pt>
                <c:pt idx="1735">
                  <c:v>27.5</c:v>
                </c:pt>
                <c:pt idx="1736">
                  <c:v>27.2</c:v>
                </c:pt>
                <c:pt idx="1737">
                  <c:v>27.4</c:v>
                </c:pt>
                <c:pt idx="1738">
                  <c:v>27.4</c:v>
                </c:pt>
                <c:pt idx="1739">
                  <c:v>27.4</c:v>
                </c:pt>
                <c:pt idx="1740">
                  <c:v>27.4</c:v>
                </c:pt>
                <c:pt idx="1741">
                  <c:v>27.4</c:v>
                </c:pt>
                <c:pt idx="1742">
                  <c:v>27.4</c:v>
                </c:pt>
                <c:pt idx="1743">
                  <c:v>27.4</c:v>
                </c:pt>
                <c:pt idx="1744">
                  <c:v>27.4</c:v>
                </c:pt>
              </c:numCache>
            </c:numRef>
          </c:val>
          <c:smooth val="0"/>
        </c:ser>
        <c:dLbls>
          <c:showLegendKey val="0"/>
          <c:showVal val="0"/>
          <c:showCatName val="0"/>
          <c:showSerName val="0"/>
          <c:showPercent val="0"/>
          <c:showBubbleSize val="0"/>
        </c:dLbls>
        <c:marker val="0"/>
        <c:smooth val="0"/>
        <c:axId val="256724594"/>
        <c:axId val="103011586"/>
      </c:lineChart>
      <c:catAx>
        <c:axId val="256724594"/>
        <c:scaling>
          <c:orientation val="minMax"/>
        </c:scaling>
        <c:delete val="0"/>
        <c:axPos val="b"/>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103011586"/>
        <c:crosses val="autoZero"/>
        <c:auto val="1"/>
        <c:lblAlgn val="ctr"/>
        <c:lblOffset val="100"/>
        <c:noMultiLvlLbl val="0"/>
      </c:catAx>
      <c:valAx>
        <c:axId val="10301158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256724594"/>
        <c:crosses val="autoZero"/>
        <c:crossBetween val="between"/>
      </c:valAx>
      <c:spPr>
        <a:noFill/>
        <a:ln>
          <a:noFill/>
        </a:ln>
        <a:effectLst/>
      </c:spPr>
    </c:plotArea>
    <c:plotVisOnly val="1"/>
    <c:dispBlanksAs val="gap"/>
    <c:showDLblsOverMax val="0"/>
  </c:chart>
  <c:spPr>
    <a:solidFill>
      <a:schemeClr val="bg1"/>
    </a:solidFill>
    <a:ln w="9525" cap="flat" cmpd="sng" algn="ctr">
      <a:solidFill>
        <a:schemeClr val="tx1">
          <a:lumMod val="15000"/>
          <a:lumOff val="85000"/>
        </a:schemeClr>
      </a:solidFill>
      <a:round/>
    </a:ln>
    <a:effectLst/>
  </c:spPr>
  <c:txPr>
    <a:bodyPr/>
    <a:lstStyle/>
    <a:p>
      <a:pPr>
        <a:defRPr lang="zh-CN"/>
      </a:pPr>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rawings/_rels/vmlDrawing1.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1.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fontAlgn="base"/>
            <a:endParaRPr lang="zh-CN" altLang="en-US" strike="noStrike" noProof="1"/>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fontAlgn="base"/>
            <a:fld id="{D2A48B96-639E-45A3-A0BA-2464DFDB1FAA}" type="datetimeFigureOut">
              <a:rPr lang="zh-CN" altLang="en-US" strike="noStrike" noProof="1" smtClean="0">
                <a:latin typeface="Arial" panose="020B0604020202020204" pitchFamily="34" charset="0"/>
                <a:ea typeface="宋体" panose="02010600030101010101" pitchFamily="2" charset="-122"/>
                <a:cs typeface="+mn-cs"/>
              </a:rPr>
            </a:fld>
            <a:endParaRPr lang="zh-CN" altLang="en-US" strike="noStrike" noProof="1"/>
          </a:p>
        </p:txBody>
      </p:sp>
      <p:sp>
        <p:nvSpPr>
          <p:cNvPr id="3076" name="幻灯片图像占位符 3"/>
          <p:cNvSpPr>
            <a:spLocks noGrp="1" noRot="1" noChangeAspect="1"/>
          </p:cNvSpPr>
          <p:nvPr>
            <p:ph type="sldImg"/>
          </p:nvPr>
        </p:nvSpPr>
        <p:spPr>
          <a:xfrm>
            <a:off x="685530" y="1143000"/>
            <a:ext cx="5486940" cy="3086100"/>
          </a:xfrm>
          <a:prstGeom prst="rect">
            <a:avLst/>
          </a:prstGeom>
          <a:noFill/>
          <a:ln w="12700" cap="flat" cmpd="sng">
            <a:solidFill>
              <a:srgbClr val="000000"/>
            </a:solidFill>
            <a:prstDash val="solid"/>
            <a:round/>
            <a:headEnd type="none" w="med" len="med"/>
            <a:tailEnd type="none" w="med" len="med"/>
          </a:ln>
        </p:spPr>
      </p:sp>
      <p:sp>
        <p:nvSpPr>
          <p:cNvPr id="3077" name="备注占位符 4"/>
          <p:cNvSpPr>
            <a:spLocks noGrp="1"/>
          </p:cNvSpPr>
          <p:nvPr>
            <p:ph type="body" sz="quarter"/>
          </p:nvPr>
        </p:nvSpPr>
        <p:spPr>
          <a:xfrm>
            <a:off x="685800" y="4400550"/>
            <a:ext cx="5486400" cy="3600450"/>
          </a:xfrm>
          <a:prstGeom prst="rect">
            <a:avLst/>
          </a:prstGeom>
          <a:noFill/>
          <a:ln w="9525">
            <a:noFill/>
          </a:ln>
        </p:spPr>
        <p:txBody>
          <a:bodyPr vert="horz" lIns="91440" tIns="45720" rIns="91440" bIns="45720" anchor="t" anchorCtr="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8"/>
          </a:xfrm>
          <a:prstGeom prst="rect">
            <a:avLst/>
          </a:prstGeom>
        </p:spPr>
        <p:txBody>
          <a:bodyPr vert="horz" lIns="91440" tIns="45720" rIns="91440" bIns="45720" rtlCol="0" anchor="b"/>
          <a:lstStyle>
            <a:lvl1pPr algn="l">
              <a:defRPr sz="1200"/>
            </a:lvl1pPr>
          </a:lstStyle>
          <a:p>
            <a:pPr fontAlgn="base"/>
            <a:endParaRPr lang="zh-CN" altLang="en-US" strike="noStrike" noProof="1"/>
          </a:p>
        </p:txBody>
      </p:sp>
      <p:sp>
        <p:nvSpPr>
          <p:cNvPr id="7" name="灯片编号占位符 6"/>
          <p:cNvSpPr>
            <a:spLocks noGrp="1"/>
          </p:cNvSpPr>
          <p:nvPr>
            <p:ph type="sldNum" sz="quarter" idx="5"/>
          </p:nvPr>
        </p:nvSpPr>
        <p:spPr>
          <a:xfrm>
            <a:off x="3884613" y="8685213"/>
            <a:ext cx="2971800" cy="458788"/>
          </a:xfrm>
          <a:prstGeom prst="rect">
            <a:avLst/>
          </a:prstGeom>
        </p:spPr>
        <p:txBody>
          <a:bodyPr vert="horz" lIns="91440" tIns="45720" rIns="91440" bIns="45720" rtlCol="0" anchor="b"/>
          <a:lstStyle>
            <a:lvl1pPr algn="r">
              <a:defRPr sz="1200"/>
            </a:lvl1pPr>
          </a:lstStyle>
          <a:p>
            <a:pPr fontAlgn="base"/>
            <a:fld id="{A6837353-30EB-4A48-80EB-173D804AEFBD}" type="slidenum">
              <a:rPr lang="zh-CN" altLang="en-US" strike="noStrike" noProof="1" smtClean="0">
                <a:latin typeface="Arial" panose="020B0604020202020204" pitchFamily="34" charset="0"/>
                <a:ea typeface="宋体" panose="02010600030101010101" pitchFamily="2" charset="-122"/>
                <a:cs typeface="+mn-cs"/>
              </a:rPr>
            </a:fld>
            <a:endParaRPr lang="zh-CN" altLang="en-US" strike="noStrike" noProof="1"/>
          </a:p>
        </p:txBody>
      </p:sp>
    </p:spTree>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文本占位符 2"/>
          <p:cNvSpPr>
            <a:spLocks noGrp="1"/>
          </p:cNvSpPr>
          <p:nvPr>
            <p:ph type="body"/>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幻灯片图像占位符 1"/>
          <p:cNvSpPr>
            <a:spLocks noGrp="1" noRot="1" noChangeAspect="1"/>
          </p:cNvSpPr>
          <p:nvPr>
            <p:ph type="sldImg"/>
          </p:nvPr>
        </p:nvSpPr>
        <p:spPr>
          <a:xfrm>
            <a:off x="685800" y="1143000"/>
            <a:ext cx="5486400" cy="3086100"/>
          </a:xfrm>
        </p:spPr>
      </p:sp>
      <p:sp>
        <p:nvSpPr>
          <p:cNvPr id="6146" name="文本占位符 2"/>
          <p:cNvSpPr>
            <a:spLocks noGrp="1"/>
          </p:cNvSpPr>
          <p:nvPr>
            <p:ph type="body"/>
          </p:nvPr>
        </p:nvSpPr>
        <p:spPr/>
        <p:txBody>
          <a:bodyPr lIns="91440" tIns="45720" rIns="91440" bIns="45720" anchor="t" anchorCtr="0"/>
          <a:lstStyle/>
          <a:p>
            <a:pPr lvl="0"/>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044D69D-3C03-441F-8E5D-5A29298ED138}"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044D69D-3C03-441F-8E5D-5A29298ED138}"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044D69D-3C03-441F-8E5D-5A29298ED138}"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044D69D-3C03-441F-8E5D-5A29298ED138}"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044D69D-3C03-441F-8E5D-5A29298ED138}"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044D69D-3C03-441F-8E5D-5A29298ED138}"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044D69D-3C03-441F-8E5D-5A29298ED138}"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044D69D-3C03-441F-8E5D-5A29298ED138}"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044D69D-3C03-441F-8E5D-5A29298ED138}"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044D69D-3C03-441F-8E5D-5A29298ED138}"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044D69D-3C03-441F-8E5D-5A29298ED138}"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044D69D-3C03-441F-8E5D-5A29298ED138}"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044D69D-3C03-441F-8E5D-5A29298ED138}"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044D69D-3C03-441F-8E5D-5A29298ED138}"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044D69D-3C03-441F-8E5D-5A29298ED138}"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044D69D-3C03-441F-8E5D-5A29298ED138}"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044D69D-3C03-441F-8E5D-5A29298ED138}"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044D69D-3C03-441F-8E5D-5A29298ED138}"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044D69D-3C03-441F-8E5D-5A29298ED138}"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044D69D-3C03-441F-8E5D-5A29298ED138}"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139" y="1122486"/>
            <a:ext cx="9144833" cy="2387863"/>
          </a:xfrm>
        </p:spPr>
        <p:txBody>
          <a:bodyPr anchor="b"/>
          <a:lstStyle>
            <a:lvl1pPr algn="ctr">
              <a:defRPr sz="4505"/>
            </a:lvl1pPr>
          </a:lstStyle>
          <a:p>
            <a:pPr fontAlgn="base"/>
            <a:r>
              <a:rPr lang="zh-CN" altLang="en-US" sz="3545"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524139" y="3602434"/>
            <a:ext cx="9144833" cy="1655945"/>
          </a:xfrm>
        </p:spPr>
        <p:txBody>
          <a:bodyPr/>
          <a:lstStyle>
            <a:lvl1pPr marL="0" indent="0" algn="ctr">
              <a:buNone/>
              <a:defRPr sz="1795"/>
            </a:lvl1pPr>
            <a:lvl2pPr marL="342900" indent="0" algn="ctr">
              <a:buNone/>
              <a:defRPr sz="1500"/>
            </a:lvl2pPr>
            <a:lvl3pPr marL="685800" indent="0" algn="ctr">
              <a:buNone/>
              <a:defRPr sz="1355"/>
            </a:lvl3pPr>
            <a:lvl4pPr marL="1029335" indent="0" algn="ctr">
              <a:buNone/>
              <a:defRPr sz="1200"/>
            </a:lvl4pPr>
            <a:lvl5pPr marL="1372235" indent="0" algn="ctr">
              <a:buNone/>
              <a:defRPr sz="1200"/>
            </a:lvl5pPr>
            <a:lvl6pPr marL="1714500" indent="0" algn="ctr">
              <a:buNone/>
              <a:defRPr sz="1200"/>
            </a:lvl6pPr>
            <a:lvl7pPr marL="2057400" indent="0" algn="ctr">
              <a:buNone/>
              <a:defRPr sz="1200"/>
            </a:lvl7pPr>
            <a:lvl8pPr marL="2400300" indent="0" algn="ctr">
              <a:buNone/>
              <a:defRPr sz="1200"/>
            </a:lvl8pPr>
            <a:lvl9pPr marL="2743835" indent="0" algn="ctr">
              <a:buNone/>
              <a:defRPr sz="1200"/>
            </a:lvl9pPr>
          </a:lstStyle>
          <a:p>
            <a:pPr fontAlgn="base"/>
            <a:r>
              <a:rPr lang="zh-CN" altLang="en-US" sz="1415" strike="noStrike" noProof="1" smtClean="0"/>
              <a:t>单击此处编辑母版副标题样式</a:t>
            </a:r>
            <a:endParaRPr lang="zh-CN" altLang="en-US" strike="noStrike" noProof="1"/>
          </a:p>
        </p:txBody>
      </p:sp>
      <p:sp>
        <p:nvSpPr>
          <p:cNvPr id="4" name="日期占位符 3"/>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5" name="页脚占位符 4"/>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z="3465"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z="2520" strike="noStrike" noProof="1" smtClean="0"/>
              <a:t>单击此处编辑母版文本样式</a:t>
            </a:r>
            <a:endParaRPr lang="zh-CN" altLang="en-US" sz="2520" strike="noStrike" noProof="1" smtClean="0"/>
          </a:p>
          <a:p>
            <a:pPr lvl="1" fontAlgn="base"/>
            <a:r>
              <a:rPr lang="zh-CN" altLang="en-US" sz="2520" strike="noStrike" noProof="1" smtClean="0"/>
              <a:t>第二级</a:t>
            </a:r>
            <a:endParaRPr lang="zh-CN" altLang="en-US" sz="2520" strike="noStrike" noProof="1" smtClean="0"/>
          </a:p>
          <a:p>
            <a:pPr lvl="2" fontAlgn="base"/>
            <a:r>
              <a:rPr lang="zh-CN" altLang="en-US" sz="2520" strike="noStrike" noProof="1" smtClean="0"/>
              <a:t>第三级</a:t>
            </a:r>
            <a:endParaRPr lang="zh-CN" altLang="en-US" sz="2520" strike="noStrike" noProof="1" smtClean="0"/>
          </a:p>
          <a:p>
            <a:pPr lvl="3" fontAlgn="base"/>
            <a:r>
              <a:rPr lang="zh-CN" altLang="en-US" sz="2520" strike="noStrike" noProof="1" smtClean="0"/>
              <a:t>第四级</a:t>
            </a:r>
            <a:endParaRPr lang="zh-CN" altLang="en-US" sz="2520" strike="noStrike" noProof="1" smtClean="0"/>
          </a:p>
          <a:p>
            <a:pPr lvl="4" fontAlgn="base"/>
            <a:r>
              <a:rPr lang="zh-CN" altLang="en-US" sz="2520" strike="noStrike" noProof="1" smtClean="0"/>
              <a:t>第五级</a:t>
            </a:r>
            <a:endParaRPr lang="zh-CN" altLang="en-US" strike="noStrike" noProof="1"/>
          </a:p>
        </p:txBody>
      </p:sp>
      <p:sp>
        <p:nvSpPr>
          <p:cNvPr id="4" name="日期占位符 3"/>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5" name="页脚占位符 4"/>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926" y="1709926"/>
            <a:ext cx="10516556" cy="2853051"/>
          </a:xfrm>
        </p:spPr>
        <p:txBody>
          <a:bodyPr anchor="b"/>
          <a:lstStyle>
            <a:lvl1pPr>
              <a:defRPr sz="4505"/>
            </a:lvl1pPr>
          </a:lstStyle>
          <a:p>
            <a:pPr fontAlgn="base"/>
            <a:r>
              <a:rPr lang="zh-CN" altLang="en-US" sz="3545"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31926" y="4589968"/>
            <a:ext cx="10516556" cy="1500353"/>
          </a:xfrm>
        </p:spPr>
        <p:txBody>
          <a:bodyPr/>
          <a:lstStyle>
            <a:lvl1pPr marL="0" indent="0">
              <a:buNone/>
              <a:defRPr sz="1795">
                <a:solidFill>
                  <a:schemeClr val="tx1">
                    <a:tint val="75000"/>
                  </a:schemeClr>
                </a:solidFill>
              </a:defRPr>
            </a:lvl1pPr>
            <a:lvl2pPr marL="342900" indent="0">
              <a:buNone/>
              <a:defRPr sz="1500">
                <a:solidFill>
                  <a:schemeClr val="tx1">
                    <a:tint val="75000"/>
                  </a:schemeClr>
                </a:solidFill>
              </a:defRPr>
            </a:lvl2pPr>
            <a:lvl3pPr marL="685800" indent="0">
              <a:buNone/>
              <a:defRPr sz="1355">
                <a:solidFill>
                  <a:schemeClr val="tx1">
                    <a:tint val="75000"/>
                  </a:schemeClr>
                </a:solidFill>
              </a:defRPr>
            </a:lvl3pPr>
            <a:lvl4pPr marL="1029335" indent="0">
              <a:buNone/>
              <a:defRPr sz="1200">
                <a:solidFill>
                  <a:schemeClr val="tx1">
                    <a:tint val="75000"/>
                  </a:schemeClr>
                </a:solidFill>
              </a:defRPr>
            </a:lvl4pPr>
            <a:lvl5pPr marL="1372235"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835" indent="0">
              <a:buNone/>
              <a:defRPr sz="1200">
                <a:solidFill>
                  <a:schemeClr val="tx1">
                    <a:tint val="75000"/>
                  </a:schemeClr>
                </a:solidFill>
              </a:defRPr>
            </a:lvl9pPr>
          </a:lstStyle>
          <a:p>
            <a:pPr lvl="0" fontAlgn="base"/>
            <a:r>
              <a:rPr lang="zh-CN" altLang="en-US" sz="1415" strike="noStrike" noProof="1" smtClean="0"/>
              <a:t>单击此处编辑母版文本样式</a:t>
            </a:r>
            <a:endParaRPr lang="zh-CN" altLang="en-US" sz="1415" strike="noStrike" noProof="1" smtClean="0"/>
          </a:p>
        </p:txBody>
      </p:sp>
      <p:sp>
        <p:nvSpPr>
          <p:cNvPr id="4" name="日期占位符 3"/>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5" name="页脚占位符 4"/>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z="3465"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09656" y="1600376"/>
            <a:ext cx="5377162" cy="4526461"/>
          </a:xfrm>
        </p:spPr>
        <p:txBody>
          <a:bodyPr/>
          <a:lstStyle/>
          <a:p>
            <a:pPr lvl="0" fontAlgn="base"/>
            <a:r>
              <a:rPr lang="zh-CN" altLang="en-US" sz="2520" strike="noStrike" noProof="1" smtClean="0"/>
              <a:t>单击此处编辑母版文本样式</a:t>
            </a:r>
            <a:endParaRPr lang="zh-CN" altLang="en-US" sz="2520" strike="noStrike" noProof="1" smtClean="0"/>
          </a:p>
          <a:p>
            <a:pPr lvl="1" fontAlgn="base"/>
            <a:r>
              <a:rPr lang="zh-CN" altLang="en-US" sz="2520" strike="noStrike" noProof="1" smtClean="0"/>
              <a:t>第二级</a:t>
            </a:r>
            <a:endParaRPr lang="zh-CN" altLang="en-US" sz="2520" strike="noStrike" noProof="1" smtClean="0"/>
          </a:p>
          <a:p>
            <a:pPr lvl="2" fontAlgn="base"/>
            <a:r>
              <a:rPr lang="zh-CN" altLang="en-US" sz="2520" strike="noStrike" noProof="1" smtClean="0"/>
              <a:t>第三级</a:t>
            </a:r>
            <a:endParaRPr lang="zh-CN" altLang="en-US" sz="2520" strike="noStrike" noProof="1" smtClean="0"/>
          </a:p>
          <a:p>
            <a:pPr lvl="3" fontAlgn="base"/>
            <a:r>
              <a:rPr lang="zh-CN" altLang="en-US" sz="2520" strike="noStrike" noProof="1" smtClean="0"/>
              <a:t>第四级</a:t>
            </a:r>
            <a:endParaRPr lang="zh-CN" altLang="en-US" sz="2520" strike="noStrike" noProof="1" smtClean="0"/>
          </a:p>
          <a:p>
            <a:pPr lvl="4" fontAlgn="base"/>
            <a:r>
              <a:rPr lang="zh-CN" altLang="en-US" sz="2520" strike="noStrike" noProof="1" smtClean="0"/>
              <a:t>第五级</a:t>
            </a:r>
            <a:endParaRPr lang="zh-CN" altLang="en-US" strike="noStrike" noProof="1"/>
          </a:p>
        </p:txBody>
      </p:sp>
      <p:sp>
        <p:nvSpPr>
          <p:cNvPr id="4" name="内容占位符 3"/>
          <p:cNvSpPr>
            <a:spLocks noGrp="1"/>
          </p:cNvSpPr>
          <p:nvPr>
            <p:ph sz="half" idx="2"/>
          </p:nvPr>
        </p:nvSpPr>
        <p:spPr>
          <a:xfrm>
            <a:off x="6206293" y="1600376"/>
            <a:ext cx="5377162" cy="4526461"/>
          </a:xfrm>
        </p:spPr>
        <p:txBody>
          <a:bodyPr/>
          <a:lstStyle/>
          <a:p>
            <a:pPr lvl="0" fontAlgn="base"/>
            <a:r>
              <a:rPr lang="zh-CN" altLang="en-US" sz="2520" strike="noStrike" noProof="1" smtClean="0"/>
              <a:t>单击此处编辑母版文本样式</a:t>
            </a:r>
            <a:endParaRPr lang="zh-CN" altLang="en-US" sz="2520" strike="noStrike" noProof="1" smtClean="0"/>
          </a:p>
          <a:p>
            <a:pPr lvl="1" fontAlgn="base"/>
            <a:r>
              <a:rPr lang="zh-CN" altLang="en-US" sz="2520" strike="noStrike" noProof="1" smtClean="0"/>
              <a:t>第二级</a:t>
            </a:r>
            <a:endParaRPr lang="zh-CN" altLang="en-US" sz="2520" strike="noStrike" noProof="1" smtClean="0"/>
          </a:p>
          <a:p>
            <a:pPr lvl="2" fontAlgn="base"/>
            <a:r>
              <a:rPr lang="zh-CN" altLang="en-US" sz="2520" strike="noStrike" noProof="1" smtClean="0"/>
              <a:t>第三级</a:t>
            </a:r>
            <a:endParaRPr lang="zh-CN" altLang="en-US" sz="2520" strike="noStrike" noProof="1" smtClean="0"/>
          </a:p>
          <a:p>
            <a:pPr lvl="3" fontAlgn="base"/>
            <a:r>
              <a:rPr lang="zh-CN" altLang="en-US" sz="2520" strike="noStrike" noProof="1" smtClean="0"/>
              <a:t>第四级</a:t>
            </a:r>
            <a:endParaRPr lang="zh-CN" altLang="en-US" sz="2520" strike="noStrike" noProof="1" smtClean="0"/>
          </a:p>
          <a:p>
            <a:pPr lvl="4" fontAlgn="base"/>
            <a:r>
              <a:rPr lang="zh-CN" altLang="en-US" sz="2520" strike="noStrike" noProof="1" smtClean="0"/>
              <a:t>第五级</a:t>
            </a:r>
            <a:endParaRPr lang="zh-CN" altLang="en-US" strike="noStrike" noProof="1"/>
          </a:p>
        </p:txBody>
      </p:sp>
      <p:sp>
        <p:nvSpPr>
          <p:cNvPr id="5" name="日期占位符 4"/>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6" name="页脚占位符 5"/>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7" name="灯片编号占位符 6"/>
          <p:cNvSpPr>
            <a:spLocks noGrp="1"/>
          </p:cNvSpPr>
          <p:nvPr>
            <p:ph type="sldNum" sz="quarter" idx="12"/>
          </p:nvPr>
        </p:nvSpPr>
        <p:spPr/>
        <p:txBody>
          <a:body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865" y="365165"/>
            <a:ext cx="10516556" cy="1325709"/>
          </a:xfrm>
        </p:spPr>
        <p:txBody>
          <a:bodyPr/>
          <a:lstStyle/>
          <a:p>
            <a:pPr fontAlgn="base"/>
            <a:r>
              <a:rPr lang="zh-CN" altLang="en-US" sz="3465"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1186882" y="1778634"/>
            <a:ext cx="4874017" cy="824003"/>
          </a:xfrm>
        </p:spPr>
        <p:txBody>
          <a:bodyPr anchor="ctr" anchorCtr="0"/>
          <a:lstStyle>
            <a:lvl1pPr marL="0" indent="0">
              <a:buNone/>
              <a:defRPr sz="2100"/>
            </a:lvl1pPr>
            <a:lvl2pPr marL="342900" indent="0">
              <a:buNone/>
              <a:defRPr sz="1795"/>
            </a:lvl2pPr>
            <a:lvl3pPr marL="685800" indent="0">
              <a:buNone/>
              <a:defRPr sz="1500"/>
            </a:lvl3pPr>
            <a:lvl4pPr marL="1029335" indent="0">
              <a:buNone/>
              <a:defRPr sz="1355"/>
            </a:lvl4pPr>
            <a:lvl5pPr marL="1372235" indent="0">
              <a:buNone/>
              <a:defRPr sz="1355"/>
            </a:lvl5pPr>
            <a:lvl6pPr marL="1714500" indent="0">
              <a:buNone/>
              <a:defRPr sz="1355"/>
            </a:lvl6pPr>
            <a:lvl7pPr marL="2057400" indent="0">
              <a:buNone/>
              <a:defRPr sz="1355"/>
            </a:lvl7pPr>
            <a:lvl8pPr marL="2400300" indent="0">
              <a:buNone/>
              <a:defRPr sz="1355"/>
            </a:lvl8pPr>
            <a:lvl9pPr marL="2743835" indent="0">
              <a:buNone/>
              <a:defRPr sz="1355"/>
            </a:lvl9pPr>
          </a:lstStyle>
          <a:p>
            <a:pPr lvl="0" fontAlgn="base"/>
            <a:r>
              <a:rPr lang="zh-CN" altLang="en-US" sz="1655" strike="noStrike" noProof="1" smtClean="0"/>
              <a:t>单击此处编辑母版文本样式</a:t>
            </a:r>
            <a:endParaRPr lang="zh-CN" altLang="en-US" sz="1655" strike="noStrike" noProof="1" smtClean="0"/>
          </a:p>
        </p:txBody>
      </p:sp>
      <p:sp>
        <p:nvSpPr>
          <p:cNvPr id="4" name="内容占位符 3"/>
          <p:cNvSpPr>
            <a:spLocks noGrp="1"/>
          </p:cNvSpPr>
          <p:nvPr>
            <p:ph sz="half" idx="2"/>
          </p:nvPr>
        </p:nvSpPr>
        <p:spPr>
          <a:xfrm>
            <a:off x="1186882" y="2665673"/>
            <a:ext cx="4874017" cy="3524673"/>
          </a:xfrm>
        </p:spPr>
        <p:txBody>
          <a:bodyPr/>
          <a:lstStyle/>
          <a:p>
            <a:pPr lvl="0" fontAlgn="base"/>
            <a:r>
              <a:rPr lang="zh-CN" altLang="en-US" sz="2520" strike="noStrike" noProof="1" smtClean="0"/>
              <a:t>单击此处编辑母版文本样式</a:t>
            </a:r>
            <a:endParaRPr lang="zh-CN" altLang="en-US" sz="2520" strike="noStrike" noProof="1" smtClean="0"/>
          </a:p>
          <a:p>
            <a:pPr lvl="1" fontAlgn="base"/>
            <a:r>
              <a:rPr lang="zh-CN" altLang="en-US" sz="2520" strike="noStrike" noProof="1" smtClean="0"/>
              <a:t>第二级</a:t>
            </a:r>
            <a:endParaRPr lang="zh-CN" altLang="en-US" sz="2520" strike="noStrike" noProof="1" smtClean="0"/>
          </a:p>
          <a:p>
            <a:pPr lvl="2" fontAlgn="base"/>
            <a:r>
              <a:rPr lang="zh-CN" altLang="en-US" sz="2520" strike="noStrike" noProof="1" smtClean="0"/>
              <a:t>第三级</a:t>
            </a:r>
            <a:endParaRPr lang="zh-CN" altLang="en-US" sz="2520" strike="noStrike" noProof="1" smtClean="0"/>
          </a:p>
          <a:p>
            <a:pPr lvl="3" fontAlgn="base"/>
            <a:r>
              <a:rPr lang="zh-CN" altLang="en-US" sz="2520" strike="noStrike" noProof="1" smtClean="0"/>
              <a:t>第四级</a:t>
            </a:r>
            <a:endParaRPr lang="zh-CN" altLang="en-US" sz="2520" strike="noStrike" noProof="1" smtClean="0"/>
          </a:p>
          <a:p>
            <a:pPr lvl="4" fontAlgn="base"/>
            <a:r>
              <a:rPr lang="zh-CN" altLang="en-US" sz="2520" strike="noStrike" noProof="1" smtClean="0"/>
              <a:t>第五级</a:t>
            </a:r>
            <a:endParaRPr lang="zh-CN" altLang="en-US" strike="noStrike" noProof="1"/>
          </a:p>
        </p:txBody>
      </p:sp>
      <p:sp>
        <p:nvSpPr>
          <p:cNvPr id="5" name="文本占位符 4"/>
          <p:cNvSpPr>
            <a:spLocks noGrp="1"/>
          </p:cNvSpPr>
          <p:nvPr>
            <p:ph type="body" sz="quarter" idx="3"/>
          </p:nvPr>
        </p:nvSpPr>
        <p:spPr>
          <a:xfrm>
            <a:off x="6257508" y="1778634"/>
            <a:ext cx="4898022" cy="824003"/>
          </a:xfrm>
        </p:spPr>
        <p:txBody>
          <a:bodyPr anchor="ctr" anchorCtr="0"/>
          <a:lstStyle>
            <a:lvl1pPr marL="0" indent="0">
              <a:buNone/>
              <a:defRPr sz="2100"/>
            </a:lvl1pPr>
            <a:lvl2pPr marL="342900" indent="0">
              <a:buNone/>
              <a:defRPr sz="1795"/>
            </a:lvl2pPr>
            <a:lvl3pPr marL="685800" indent="0">
              <a:buNone/>
              <a:defRPr sz="1500"/>
            </a:lvl3pPr>
            <a:lvl4pPr marL="1029335" indent="0">
              <a:buNone/>
              <a:defRPr sz="1355"/>
            </a:lvl4pPr>
            <a:lvl5pPr marL="1372235" indent="0">
              <a:buNone/>
              <a:defRPr sz="1355"/>
            </a:lvl5pPr>
            <a:lvl6pPr marL="1714500" indent="0">
              <a:buNone/>
              <a:defRPr sz="1355"/>
            </a:lvl6pPr>
            <a:lvl7pPr marL="2057400" indent="0">
              <a:buNone/>
              <a:defRPr sz="1355"/>
            </a:lvl7pPr>
            <a:lvl8pPr marL="2400300" indent="0">
              <a:buNone/>
              <a:defRPr sz="1355"/>
            </a:lvl8pPr>
            <a:lvl9pPr marL="2743835" indent="0">
              <a:buNone/>
              <a:defRPr sz="1355"/>
            </a:lvl9pPr>
          </a:lstStyle>
          <a:p>
            <a:pPr lvl="0" fontAlgn="base"/>
            <a:r>
              <a:rPr lang="zh-CN" altLang="en-US" sz="1655" strike="noStrike" noProof="1" smtClean="0"/>
              <a:t>单击此处编辑母版文本样式</a:t>
            </a:r>
            <a:endParaRPr lang="zh-CN" altLang="en-US" sz="1655" strike="noStrike" noProof="1" smtClean="0"/>
          </a:p>
        </p:txBody>
      </p:sp>
      <p:sp>
        <p:nvSpPr>
          <p:cNvPr id="6" name="内容占位符 5"/>
          <p:cNvSpPr>
            <a:spLocks noGrp="1"/>
          </p:cNvSpPr>
          <p:nvPr>
            <p:ph sz="quarter" idx="4"/>
          </p:nvPr>
        </p:nvSpPr>
        <p:spPr>
          <a:xfrm>
            <a:off x="6257508" y="2665673"/>
            <a:ext cx="4898022" cy="3524673"/>
          </a:xfrm>
        </p:spPr>
        <p:txBody>
          <a:bodyPr/>
          <a:lstStyle/>
          <a:p>
            <a:pPr lvl="0" fontAlgn="base"/>
            <a:r>
              <a:rPr lang="zh-CN" altLang="en-US" sz="2520" strike="noStrike" noProof="1" smtClean="0"/>
              <a:t>单击此处编辑母版文本样式</a:t>
            </a:r>
            <a:endParaRPr lang="zh-CN" altLang="en-US" sz="2520" strike="noStrike" noProof="1" smtClean="0"/>
          </a:p>
          <a:p>
            <a:pPr lvl="1" fontAlgn="base"/>
            <a:r>
              <a:rPr lang="zh-CN" altLang="en-US" sz="2520" strike="noStrike" noProof="1" smtClean="0"/>
              <a:t>第二级</a:t>
            </a:r>
            <a:endParaRPr lang="zh-CN" altLang="en-US" sz="2520" strike="noStrike" noProof="1" smtClean="0"/>
          </a:p>
          <a:p>
            <a:pPr lvl="2" fontAlgn="base"/>
            <a:r>
              <a:rPr lang="zh-CN" altLang="en-US" sz="2520" strike="noStrike" noProof="1" smtClean="0"/>
              <a:t>第三级</a:t>
            </a:r>
            <a:endParaRPr lang="zh-CN" altLang="en-US" sz="2520" strike="noStrike" noProof="1" smtClean="0"/>
          </a:p>
          <a:p>
            <a:pPr lvl="3" fontAlgn="base"/>
            <a:r>
              <a:rPr lang="zh-CN" altLang="en-US" sz="2520" strike="noStrike" noProof="1" smtClean="0"/>
              <a:t>第四级</a:t>
            </a:r>
            <a:endParaRPr lang="zh-CN" altLang="en-US" sz="2520" strike="noStrike" noProof="1" smtClean="0"/>
          </a:p>
          <a:p>
            <a:pPr lvl="4" fontAlgn="base"/>
            <a:r>
              <a:rPr lang="zh-CN" altLang="en-US" sz="2520" strike="noStrike" noProof="1" smtClean="0"/>
              <a:t>第五级</a:t>
            </a:r>
            <a:endParaRPr lang="zh-CN" altLang="en-US" strike="noStrike" noProof="1"/>
          </a:p>
        </p:txBody>
      </p:sp>
      <p:sp>
        <p:nvSpPr>
          <p:cNvPr id="7" name="日期占位符 6"/>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8" name="页脚占位符 7"/>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9" name="灯片编号占位符 8"/>
          <p:cNvSpPr>
            <a:spLocks noGrp="1"/>
          </p:cNvSpPr>
          <p:nvPr>
            <p:ph type="sldNum" sz="quarter" idx="12"/>
          </p:nvPr>
        </p:nvSpPr>
        <p:spPr/>
        <p:txBody>
          <a:body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z="3465"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4" name="页脚占位符 3"/>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5" name="灯片编号占位符 4"/>
          <p:cNvSpPr>
            <a:spLocks noGrp="1"/>
          </p:cNvSpPr>
          <p:nvPr>
            <p:ph type="sldNum" sz="quarter" idx="12"/>
          </p:nvPr>
        </p:nvSpPr>
        <p:spPr/>
        <p:txBody>
          <a:body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3" name="页脚占位符 2"/>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4" name="灯片编号占位符 3"/>
          <p:cNvSpPr>
            <a:spLocks noGrp="1"/>
          </p:cNvSpPr>
          <p:nvPr>
            <p:ph type="sldNum" sz="quarter" idx="12"/>
          </p:nvPr>
        </p:nvSpPr>
        <p:spPr/>
        <p:txBody>
          <a:body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865" y="457250"/>
            <a:ext cx="3932595" cy="1600376"/>
          </a:xfrm>
        </p:spPr>
        <p:txBody>
          <a:bodyPr anchor="b"/>
          <a:lstStyle>
            <a:lvl1pPr>
              <a:defRPr sz="2400"/>
            </a:lvl1pPr>
          </a:lstStyle>
          <a:p>
            <a:pPr fontAlgn="base"/>
            <a:r>
              <a:rPr lang="zh-CN" altLang="en-US" sz="1890" strike="noStrike" noProof="1" smtClean="0"/>
              <a:t>单击此处编辑母版标题样式</a:t>
            </a:r>
            <a:endParaRPr lang="zh-CN" altLang="en-US" strike="noStrike" noProof="1"/>
          </a:p>
        </p:txBody>
      </p:sp>
      <p:sp>
        <p:nvSpPr>
          <p:cNvPr id="3" name="内容占位符 2"/>
          <p:cNvSpPr>
            <a:spLocks noGrp="1"/>
          </p:cNvSpPr>
          <p:nvPr>
            <p:ph idx="1"/>
          </p:nvPr>
        </p:nvSpPr>
        <p:spPr>
          <a:xfrm>
            <a:off x="5183659" y="987534"/>
            <a:ext cx="6172762" cy="4874162"/>
          </a:xfrm>
        </p:spPr>
        <p:txBody>
          <a:bodyPr/>
          <a:lstStyle>
            <a:lvl1pPr>
              <a:defRPr sz="2400"/>
            </a:lvl1pPr>
            <a:lvl2pPr>
              <a:defRPr sz="2100"/>
            </a:lvl2pPr>
            <a:lvl3pPr>
              <a:defRPr sz="1795"/>
            </a:lvl3pPr>
            <a:lvl4pPr>
              <a:defRPr sz="1500"/>
            </a:lvl4pPr>
            <a:lvl5pPr>
              <a:defRPr sz="1500"/>
            </a:lvl5pPr>
            <a:lvl6pPr>
              <a:defRPr sz="1500"/>
            </a:lvl6pPr>
            <a:lvl7pPr>
              <a:defRPr sz="1500"/>
            </a:lvl7pPr>
            <a:lvl8pPr>
              <a:defRPr sz="1500"/>
            </a:lvl8pPr>
            <a:lvl9pPr>
              <a:defRPr sz="1500"/>
            </a:lvl9pPr>
          </a:lstStyle>
          <a:p>
            <a:pPr lvl="0" fontAlgn="base"/>
            <a:r>
              <a:rPr lang="zh-CN" altLang="en-US" sz="1890" strike="noStrike" noProof="1" smtClean="0"/>
              <a:t>单击此处编辑母版文本样式</a:t>
            </a:r>
            <a:endParaRPr lang="zh-CN" altLang="en-US" sz="1890" strike="noStrike" noProof="1" smtClean="0"/>
          </a:p>
          <a:p>
            <a:pPr lvl="1" fontAlgn="base"/>
            <a:r>
              <a:rPr lang="zh-CN" altLang="en-US" sz="1890" strike="noStrike" noProof="1" smtClean="0"/>
              <a:t>第二级</a:t>
            </a:r>
            <a:endParaRPr lang="zh-CN" altLang="en-US" sz="1890" strike="noStrike" noProof="1" smtClean="0"/>
          </a:p>
          <a:p>
            <a:pPr lvl="2" fontAlgn="base"/>
            <a:r>
              <a:rPr lang="zh-CN" altLang="en-US" sz="1890" strike="noStrike" noProof="1" smtClean="0"/>
              <a:t>第三级</a:t>
            </a:r>
            <a:endParaRPr lang="zh-CN" altLang="en-US" sz="1890" strike="noStrike" noProof="1" smtClean="0"/>
          </a:p>
          <a:p>
            <a:pPr lvl="3" fontAlgn="base"/>
            <a:r>
              <a:rPr lang="zh-CN" altLang="en-US" sz="1890" strike="noStrike" noProof="1" smtClean="0"/>
              <a:t>第四级</a:t>
            </a:r>
            <a:endParaRPr lang="zh-CN" altLang="en-US" sz="1890" strike="noStrike" noProof="1" smtClean="0"/>
          </a:p>
          <a:p>
            <a:pPr lvl="4" fontAlgn="base"/>
            <a:r>
              <a:rPr lang="zh-CN" altLang="en-US" sz="1890" strike="noStrike" noProof="1" smtClean="0"/>
              <a:t>第五级</a:t>
            </a:r>
            <a:endParaRPr lang="zh-CN" altLang="en-US" strike="noStrike" noProof="1"/>
          </a:p>
        </p:txBody>
      </p:sp>
      <p:sp>
        <p:nvSpPr>
          <p:cNvPr id="4" name="文本占位符 3"/>
          <p:cNvSpPr>
            <a:spLocks noGrp="1"/>
          </p:cNvSpPr>
          <p:nvPr>
            <p:ph type="body" sz="half" idx="2"/>
          </p:nvPr>
        </p:nvSpPr>
        <p:spPr>
          <a:xfrm>
            <a:off x="839865" y="2057627"/>
            <a:ext cx="3932595" cy="3812008"/>
          </a:xfrm>
        </p:spPr>
        <p:txBody>
          <a:bodyPr/>
          <a:lstStyle>
            <a:lvl1pPr marL="0" indent="0">
              <a:buNone/>
              <a:defRPr sz="1200"/>
            </a:lvl1pPr>
            <a:lvl2pPr marL="342900" indent="0">
              <a:buNone/>
              <a:defRPr sz="1050"/>
            </a:lvl2pPr>
            <a:lvl3pPr marL="685800" indent="0">
              <a:buNone/>
              <a:defRPr sz="900"/>
            </a:lvl3pPr>
            <a:lvl4pPr marL="1029335" indent="0">
              <a:buNone/>
              <a:defRPr sz="750"/>
            </a:lvl4pPr>
            <a:lvl5pPr marL="1372235" indent="0">
              <a:buNone/>
              <a:defRPr sz="750"/>
            </a:lvl5pPr>
            <a:lvl6pPr marL="1714500" indent="0">
              <a:buNone/>
              <a:defRPr sz="750"/>
            </a:lvl6pPr>
            <a:lvl7pPr marL="2057400" indent="0">
              <a:buNone/>
              <a:defRPr sz="750"/>
            </a:lvl7pPr>
            <a:lvl8pPr marL="2400300" indent="0">
              <a:buNone/>
              <a:defRPr sz="750"/>
            </a:lvl8pPr>
            <a:lvl9pPr marL="2743835" indent="0">
              <a:buNone/>
              <a:defRPr sz="750"/>
            </a:lvl9pPr>
          </a:lstStyle>
          <a:p>
            <a:pPr lvl="0" fontAlgn="base"/>
            <a:r>
              <a:rPr lang="zh-CN" altLang="en-US" sz="945" strike="noStrike" noProof="1" smtClean="0"/>
              <a:t>单击此处编辑母版文本样式</a:t>
            </a:r>
            <a:endParaRPr lang="zh-CN" altLang="en-US" sz="945" strike="noStrike" noProof="1" smtClean="0"/>
          </a:p>
        </p:txBody>
      </p:sp>
      <p:sp>
        <p:nvSpPr>
          <p:cNvPr id="5" name="日期占位符 4"/>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6" name="页脚占位符 5"/>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7" name="灯片编号占位符 6"/>
          <p:cNvSpPr>
            <a:spLocks noGrp="1"/>
          </p:cNvSpPr>
          <p:nvPr>
            <p:ph type="sldNum" sz="quarter" idx="12"/>
          </p:nvPr>
        </p:nvSpPr>
        <p:spPr/>
        <p:txBody>
          <a:body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865" y="457250"/>
            <a:ext cx="4165728" cy="1600376"/>
          </a:xfrm>
        </p:spPr>
        <p:txBody>
          <a:bodyPr anchor="b"/>
          <a:lstStyle>
            <a:lvl1pPr>
              <a:defRPr sz="2400"/>
            </a:lvl1pPr>
          </a:lstStyle>
          <a:p>
            <a:pPr fontAlgn="base"/>
            <a:r>
              <a:rPr lang="zh-CN" altLang="en-US" sz="1890"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5183659" y="457252"/>
            <a:ext cx="6172762" cy="5404445"/>
          </a:xfrm>
        </p:spPr>
        <p:txBody>
          <a:bodyPr/>
          <a:lstStyle>
            <a:lvl1pPr marL="0" indent="0">
              <a:buNone/>
              <a:defRPr sz="2400"/>
            </a:lvl1pPr>
            <a:lvl2pPr marL="342900" indent="0">
              <a:buNone/>
              <a:defRPr sz="2100"/>
            </a:lvl2pPr>
            <a:lvl3pPr marL="685800" indent="0">
              <a:buNone/>
              <a:defRPr sz="1795"/>
            </a:lvl3pPr>
            <a:lvl4pPr marL="1029335" indent="0">
              <a:buNone/>
              <a:defRPr sz="1500"/>
            </a:lvl4pPr>
            <a:lvl5pPr marL="1372235" indent="0">
              <a:buNone/>
              <a:defRPr sz="1500"/>
            </a:lvl5pPr>
            <a:lvl6pPr marL="1714500" indent="0">
              <a:buNone/>
              <a:defRPr sz="1500"/>
            </a:lvl6pPr>
            <a:lvl7pPr marL="2057400" indent="0">
              <a:buNone/>
              <a:defRPr sz="1500"/>
            </a:lvl7pPr>
            <a:lvl8pPr marL="2400300" indent="0">
              <a:buNone/>
              <a:defRPr sz="1500"/>
            </a:lvl8pPr>
            <a:lvl9pPr marL="2743835" indent="0">
              <a:buNone/>
              <a:defRPr sz="1500"/>
            </a:lvl9pPr>
          </a:lstStyle>
          <a:p>
            <a:pPr fontAlgn="base"/>
            <a:r>
              <a:rPr lang="zh-CN" altLang="en-US" strike="noStrike" noProof="1" smtClean="0"/>
              <a:t>单击图标添加图片</a:t>
            </a:r>
            <a:endParaRPr lang="zh-CN" altLang="en-US" strike="noStrike" noProof="1"/>
          </a:p>
        </p:txBody>
      </p:sp>
      <p:sp>
        <p:nvSpPr>
          <p:cNvPr id="4" name="文本占位符 3"/>
          <p:cNvSpPr>
            <a:spLocks noGrp="1"/>
          </p:cNvSpPr>
          <p:nvPr>
            <p:ph type="body" sz="half" idx="2"/>
          </p:nvPr>
        </p:nvSpPr>
        <p:spPr>
          <a:xfrm>
            <a:off x="839865" y="2057627"/>
            <a:ext cx="4165728" cy="3812008"/>
          </a:xfrm>
        </p:spPr>
        <p:txBody>
          <a:bodyPr/>
          <a:lstStyle>
            <a:lvl1pPr marL="0" indent="0">
              <a:buNone/>
              <a:defRPr sz="1500"/>
            </a:lvl1pPr>
            <a:lvl2pPr marL="342900" indent="0">
              <a:buNone/>
              <a:defRPr sz="1355"/>
            </a:lvl2pPr>
            <a:lvl3pPr marL="685800" indent="0">
              <a:buNone/>
              <a:defRPr sz="1200"/>
            </a:lvl3pPr>
            <a:lvl4pPr marL="1029335" indent="0">
              <a:buNone/>
              <a:defRPr sz="1050"/>
            </a:lvl4pPr>
            <a:lvl5pPr marL="1372235" indent="0">
              <a:buNone/>
              <a:defRPr sz="1050"/>
            </a:lvl5pPr>
            <a:lvl6pPr marL="1714500" indent="0">
              <a:buNone/>
              <a:defRPr sz="1050"/>
            </a:lvl6pPr>
            <a:lvl7pPr marL="2057400" indent="0">
              <a:buNone/>
              <a:defRPr sz="1050"/>
            </a:lvl7pPr>
            <a:lvl8pPr marL="2400300" indent="0">
              <a:buNone/>
              <a:defRPr sz="1050"/>
            </a:lvl8pPr>
            <a:lvl9pPr marL="2743835" indent="0">
              <a:buNone/>
              <a:defRPr sz="1050"/>
            </a:lvl9pPr>
          </a:lstStyle>
          <a:p>
            <a:pPr lvl="0" fontAlgn="base"/>
            <a:r>
              <a:rPr lang="zh-CN" altLang="en-US" sz="1180" strike="noStrike" noProof="1" smtClean="0"/>
              <a:t>单击此处编辑母版文本样式</a:t>
            </a:r>
            <a:endParaRPr lang="zh-CN" altLang="en-US" sz="1180" strike="noStrike" noProof="1" smtClean="0"/>
          </a:p>
        </p:txBody>
      </p:sp>
      <p:sp>
        <p:nvSpPr>
          <p:cNvPr id="5" name="日期占位符 4"/>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6" name="页脚占位符 5"/>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7" name="灯片编号占位符 6"/>
          <p:cNvSpPr>
            <a:spLocks noGrp="1"/>
          </p:cNvSpPr>
          <p:nvPr>
            <p:ph type="sldNum" sz="quarter" idx="12"/>
          </p:nvPr>
        </p:nvSpPr>
        <p:spPr/>
        <p:txBody>
          <a:body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z="3465"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z="2520" strike="noStrike" noProof="1" smtClean="0"/>
              <a:t>单击此处编辑母版文本样式</a:t>
            </a:r>
            <a:endParaRPr lang="zh-CN" altLang="en-US" sz="2520" strike="noStrike" noProof="1" smtClean="0"/>
          </a:p>
          <a:p>
            <a:pPr lvl="1" fontAlgn="base"/>
            <a:r>
              <a:rPr lang="zh-CN" altLang="en-US" sz="2520" strike="noStrike" noProof="1" smtClean="0"/>
              <a:t>第二级</a:t>
            </a:r>
            <a:endParaRPr lang="zh-CN" altLang="en-US" sz="2520" strike="noStrike" noProof="1" smtClean="0"/>
          </a:p>
          <a:p>
            <a:pPr lvl="2" fontAlgn="base"/>
            <a:r>
              <a:rPr lang="zh-CN" altLang="en-US" sz="2520" strike="noStrike" noProof="1" smtClean="0"/>
              <a:t>第三级</a:t>
            </a:r>
            <a:endParaRPr lang="zh-CN" altLang="en-US" sz="2520" strike="noStrike" noProof="1" smtClean="0"/>
          </a:p>
          <a:p>
            <a:pPr lvl="3" fontAlgn="base"/>
            <a:r>
              <a:rPr lang="zh-CN" altLang="en-US" sz="2520" strike="noStrike" noProof="1" smtClean="0"/>
              <a:t>第四级</a:t>
            </a:r>
            <a:endParaRPr lang="zh-CN" altLang="en-US" sz="2520" strike="noStrike" noProof="1" smtClean="0"/>
          </a:p>
          <a:p>
            <a:pPr lvl="4" fontAlgn="base"/>
            <a:r>
              <a:rPr lang="zh-CN" altLang="en-US" sz="2520" strike="noStrike" noProof="1" smtClean="0"/>
              <a:t>第五级</a:t>
            </a:r>
            <a:endParaRPr lang="zh-CN" altLang="en-US" strike="noStrike" noProof="1"/>
          </a:p>
        </p:txBody>
      </p:sp>
      <p:sp>
        <p:nvSpPr>
          <p:cNvPr id="4" name="日期占位符 3"/>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5" name="页脚占位符 4"/>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40005" y="274668"/>
            <a:ext cx="2743450" cy="5852170"/>
          </a:xfrm>
        </p:spPr>
        <p:txBody>
          <a:bodyPr vert="eaVert"/>
          <a:lstStyle/>
          <a:p>
            <a:pPr fontAlgn="base"/>
            <a:r>
              <a:rPr lang="zh-CN" altLang="en-US" sz="3465"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609656" y="274668"/>
            <a:ext cx="8071308" cy="5852170"/>
          </a:xfrm>
        </p:spPr>
        <p:txBody>
          <a:bodyPr vert="eaVert"/>
          <a:lstStyle/>
          <a:p>
            <a:pPr lvl="0" fontAlgn="base"/>
            <a:r>
              <a:rPr lang="zh-CN" altLang="en-US" sz="2520" strike="noStrike" noProof="1" smtClean="0"/>
              <a:t>单击此处编辑母版文本样式</a:t>
            </a:r>
            <a:endParaRPr lang="zh-CN" altLang="en-US" sz="2520" strike="noStrike" noProof="1" smtClean="0"/>
          </a:p>
          <a:p>
            <a:pPr lvl="1" fontAlgn="base"/>
            <a:r>
              <a:rPr lang="zh-CN" altLang="en-US" sz="2520" strike="noStrike" noProof="1" smtClean="0"/>
              <a:t>第二级</a:t>
            </a:r>
            <a:endParaRPr lang="zh-CN" altLang="en-US" sz="2520" strike="noStrike" noProof="1" smtClean="0"/>
          </a:p>
          <a:p>
            <a:pPr lvl="2" fontAlgn="base"/>
            <a:r>
              <a:rPr lang="zh-CN" altLang="en-US" sz="2520" strike="noStrike" noProof="1" smtClean="0"/>
              <a:t>第三级</a:t>
            </a:r>
            <a:endParaRPr lang="zh-CN" altLang="en-US" sz="2520" strike="noStrike" noProof="1" smtClean="0"/>
          </a:p>
          <a:p>
            <a:pPr lvl="3" fontAlgn="base"/>
            <a:r>
              <a:rPr lang="zh-CN" altLang="en-US" sz="2520" strike="noStrike" noProof="1" smtClean="0"/>
              <a:t>第四级</a:t>
            </a:r>
            <a:endParaRPr lang="zh-CN" altLang="en-US" sz="2520" strike="noStrike" noProof="1" smtClean="0"/>
          </a:p>
          <a:p>
            <a:pPr lvl="4" fontAlgn="base"/>
            <a:r>
              <a:rPr lang="zh-CN" altLang="en-US" sz="2520" strike="noStrike" noProof="1" smtClean="0"/>
              <a:t>第五级</a:t>
            </a:r>
            <a:endParaRPr lang="zh-CN" altLang="en-US" strike="noStrike" noProof="1"/>
          </a:p>
        </p:txBody>
      </p:sp>
      <p:sp>
        <p:nvSpPr>
          <p:cNvPr id="4" name="日期占位符 3"/>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5" name="页脚占位符 4"/>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139" y="1122486"/>
            <a:ext cx="9144833" cy="2387863"/>
          </a:xfrm>
        </p:spPr>
        <p:txBody>
          <a:bodyPr anchor="b"/>
          <a:lstStyle>
            <a:lvl1pPr algn="ctr">
              <a:defRPr sz="4505"/>
            </a:lvl1pPr>
          </a:lstStyle>
          <a:p>
            <a:pPr fontAlgn="base"/>
            <a:r>
              <a:rPr lang="zh-CN" altLang="en-US" sz="3545"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524139" y="3602434"/>
            <a:ext cx="9144833" cy="1655945"/>
          </a:xfrm>
        </p:spPr>
        <p:txBody>
          <a:bodyPr/>
          <a:lstStyle>
            <a:lvl1pPr marL="0" indent="0" algn="ctr">
              <a:buNone/>
              <a:defRPr sz="1795"/>
            </a:lvl1pPr>
            <a:lvl2pPr marL="342900" indent="0" algn="ctr">
              <a:buNone/>
              <a:defRPr sz="1500"/>
            </a:lvl2pPr>
            <a:lvl3pPr marL="685800" indent="0" algn="ctr">
              <a:buNone/>
              <a:defRPr sz="1355"/>
            </a:lvl3pPr>
            <a:lvl4pPr marL="1029335" indent="0" algn="ctr">
              <a:buNone/>
              <a:defRPr sz="1200"/>
            </a:lvl4pPr>
            <a:lvl5pPr marL="1372235" indent="0" algn="ctr">
              <a:buNone/>
              <a:defRPr sz="1200"/>
            </a:lvl5pPr>
            <a:lvl6pPr marL="1714500" indent="0" algn="ctr">
              <a:buNone/>
              <a:defRPr sz="1200"/>
            </a:lvl6pPr>
            <a:lvl7pPr marL="2057400" indent="0" algn="ctr">
              <a:buNone/>
              <a:defRPr sz="1200"/>
            </a:lvl7pPr>
            <a:lvl8pPr marL="2400300" indent="0" algn="ctr">
              <a:buNone/>
              <a:defRPr sz="1200"/>
            </a:lvl8pPr>
            <a:lvl9pPr marL="2743835" indent="0" algn="ctr">
              <a:buNone/>
              <a:defRPr sz="1200"/>
            </a:lvl9pPr>
          </a:lstStyle>
          <a:p>
            <a:pPr fontAlgn="base"/>
            <a:r>
              <a:rPr lang="zh-CN" altLang="en-US" sz="1415" strike="noStrike" noProof="1" smtClean="0"/>
              <a:t>单击此处编辑母版副标题样式</a:t>
            </a:r>
            <a:endParaRPr lang="zh-CN" altLang="en-US" strike="noStrike" noProof="1"/>
          </a:p>
        </p:txBody>
      </p:sp>
      <p:sp>
        <p:nvSpPr>
          <p:cNvPr id="4" name="日期占位符 3"/>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5" name="页脚占位符 4"/>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z="3465"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z="2520" strike="noStrike" noProof="1" smtClean="0"/>
              <a:t>单击此处编辑母版文本样式</a:t>
            </a:r>
            <a:endParaRPr lang="zh-CN" altLang="en-US" strike="noStrike" noProof="1" smtClean="0"/>
          </a:p>
          <a:p>
            <a:pPr lvl="1" fontAlgn="base"/>
            <a:r>
              <a:rPr lang="zh-CN" altLang="en-US" sz="2205" strike="noStrike" noProof="1" smtClean="0"/>
              <a:t>第二级</a:t>
            </a:r>
            <a:endParaRPr lang="zh-CN" altLang="en-US" strike="noStrike" noProof="1" smtClean="0"/>
          </a:p>
          <a:p>
            <a:pPr lvl="2" fontAlgn="base"/>
            <a:r>
              <a:rPr lang="zh-CN" altLang="en-US" sz="1890" strike="noStrike" noProof="1" smtClean="0"/>
              <a:t>第三级</a:t>
            </a:r>
            <a:endParaRPr lang="zh-CN" altLang="en-US" strike="noStrike" noProof="1" smtClean="0"/>
          </a:p>
          <a:p>
            <a:pPr lvl="3" fontAlgn="base"/>
            <a:r>
              <a:rPr lang="zh-CN" altLang="en-US" sz="1575" strike="noStrike" noProof="1" smtClean="0"/>
              <a:t>第四级</a:t>
            </a:r>
            <a:endParaRPr lang="zh-CN" altLang="en-US" strike="noStrike" noProof="1" smtClean="0"/>
          </a:p>
          <a:p>
            <a:pPr lvl="4" fontAlgn="base"/>
            <a:r>
              <a:rPr lang="zh-CN" altLang="en-US" sz="1575" strike="noStrike" noProof="1" smtClean="0"/>
              <a:t>第五级</a:t>
            </a:r>
            <a:endParaRPr lang="zh-CN" altLang="en-US" strike="noStrike" noProof="1"/>
          </a:p>
        </p:txBody>
      </p:sp>
      <p:sp>
        <p:nvSpPr>
          <p:cNvPr id="4" name="日期占位符 3"/>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5" name="页脚占位符 4"/>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926" y="1709926"/>
            <a:ext cx="10516556" cy="2853051"/>
          </a:xfrm>
        </p:spPr>
        <p:txBody>
          <a:bodyPr anchor="b"/>
          <a:lstStyle>
            <a:lvl1pPr>
              <a:defRPr sz="4505"/>
            </a:lvl1pPr>
          </a:lstStyle>
          <a:p>
            <a:pPr fontAlgn="base"/>
            <a:r>
              <a:rPr lang="zh-CN" altLang="en-US" sz="3545"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31926" y="4589968"/>
            <a:ext cx="10516556" cy="1500353"/>
          </a:xfrm>
        </p:spPr>
        <p:txBody>
          <a:bodyPr/>
          <a:lstStyle>
            <a:lvl1pPr marL="0" indent="0">
              <a:buNone/>
              <a:defRPr sz="1795">
                <a:solidFill>
                  <a:schemeClr val="tx1">
                    <a:tint val="75000"/>
                  </a:schemeClr>
                </a:solidFill>
              </a:defRPr>
            </a:lvl1pPr>
            <a:lvl2pPr marL="342900" indent="0">
              <a:buNone/>
              <a:defRPr sz="1500">
                <a:solidFill>
                  <a:schemeClr val="tx1">
                    <a:tint val="75000"/>
                  </a:schemeClr>
                </a:solidFill>
              </a:defRPr>
            </a:lvl2pPr>
            <a:lvl3pPr marL="685800" indent="0">
              <a:buNone/>
              <a:defRPr sz="1355">
                <a:solidFill>
                  <a:schemeClr val="tx1">
                    <a:tint val="75000"/>
                  </a:schemeClr>
                </a:solidFill>
              </a:defRPr>
            </a:lvl3pPr>
            <a:lvl4pPr marL="1029335" indent="0">
              <a:buNone/>
              <a:defRPr sz="1200">
                <a:solidFill>
                  <a:schemeClr val="tx1">
                    <a:tint val="75000"/>
                  </a:schemeClr>
                </a:solidFill>
              </a:defRPr>
            </a:lvl4pPr>
            <a:lvl5pPr marL="1372235"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835" indent="0">
              <a:buNone/>
              <a:defRPr sz="1200">
                <a:solidFill>
                  <a:schemeClr val="tx1">
                    <a:tint val="75000"/>
                  </a:schemeClr>
                </a:solidFill>
              </a:defRPr>
            </a:lvl9pPr>
          </a:lstStyle>
          <a:p>
            <a:pPr lvl="0" fontAlgn="base"/>
            <a:r>
              <a:rPr lang="zh-CN" altLang="en-US" sz="1415" strike="noStrike" noProof="1" smtClean="0"/>
              <a:t>单击此处编辑母版文本样式</a:t>
            </a:r>
            <a:endParaRPr lang="zh-CN" altLang="en-US" strike="noStrike" noProof="1" smtClean="0"/>
          </a:p>
        </p:txBody>
      </p:sp>
      <p:sp>
        <p:nvSpPr>
          <p:cNvPr id="4" name="日期占位符 3"/>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5" name="页脚占位符 4"/>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z="3465"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09656" y="1600376"/>
            <a:ext cx="5377162" cy="4526461"/>
          </a:xfrm>
        </p:spPr>
        <p:txBody>
          <a:bodyPr/>
          <a:lstStyle/>
          <a:p>
            <a:pPr lvl="0" fontAlgn="base"/>
            <a:r>
              <a:rPr lang="zh-CN" altLang="en-US" sz="2520" strike="noStrike" noProof="1" smtClean="0"/>
              <a:t>单击此处编辑母版文本样式</a:t>
            </a:r>
            <a:endParaRPr lang="zh-CN" altLang="en-US" strike="noStrike" noProof="1" smtClean="0"/>
          </a:p>
          <a:p>
            <a:pPr lvl="1" fontAlgn="base"/>
            <a:r>
              <a:rPr lang="zh-CN" altLang="en-US" sz="2205" strike="noStrike" noProof="1" smtClean="0"/>
              <a:t>第二级</a:t>
            </a:r>
            <a:endParaRPr lang="zh-CN" altLang="en-US" strike="noStrike" noProof="1" smtClean="0"/>
          </a:p>
          <a:p>
            <a:pPr lvl="2" fontAlgn="base"/>
            <a:r>
              <a:rPr lang="zh-CN" altLang="en-US" sz="1890" strike="noStrike" noProof="1" smtClean="0"/>
              <a:t>第三级</a:t>
            </a:r>
            <a:endParaRPr lang="zh-CN" altLang="en-US" strike="noStrike" noProof="1" smtClean="0"/>
          </a:p>
          <a:p>
            <a:pPr lvl="3" fontAlgn="base"/>
            <a:r>
              <a:rPr lang="zh-CN" altLang="en-US" sz="1575" strike="noStrike" noProof="1" smtClean="0"/>
              <a:t>第四级</a:t>
            </a:r>
            <a:endParaRPr lang="zh-CN" altLang="en-US" strike="noStrike" noProof="1" smtClean="0"/>
          </a:p>
          <a:p>
            <a:pPr lvl="4" fontAlgn="base"/>
            <a:r>
              <a:rPr lang="zh-CN" altLang="en-US" sz="1575" strike="noStrike" noProof="1" smtClean="0"/>
              <a:t>第五级</a:t>
            </a:r>
            <a:endParaRPr lang="zh-CN" altLang="en-US" strike="noStrike" noProof="1"/>
          </a:p>
        </p:txBody>
      </p:sp>
      <p:sp>
        <p:nvSpPr>
          <p:cNvPr id="4" name="内容占位符 3"/>
          <p:cNvSpPr>
            <a:spLocks noGrp="1"/>
          </p:cNvSpPr>
          <p:nvPr>
            <p:ph sz="half" idx="2"/>
          </p:nvPr>
        </p:nvSpPr>
        <p:spPr>
          <a:xfrm>
            <a:off x="6206293" y="1600376"/>
            <a:ext cx="5377162" cy="4526461"/>
          </a:xfrm>
        </p:spPr>
        <p:txBody>
          <a:bodyPr/>
          <a:lstStyle/>
          <a:p>
            <a:pPr lvl="0" fontAlgn="base"/>
            <a:r>
              <a:rPr lang="zh-CN" altLang="en-US" sz="2520" strike="noStrike" noProof="1" smtClean="0"/>
              <a:t>单击此处编辑母版文本样式</a:t>
            </a:r>
            <a:endParaRPr lang="zh-CN" altLang="en-US" strike="noStrike" noProof="1" smtClean="0"/>
          </a:p>
          <a:p>
            <a:pPr lvl="1" fontAlgn="base"/>
            <a:r>
              <a:rPr lang="zh-CN" altLang="en-US" sz="2205" strike="noStrike" noProof="1" smtClean="0"/>
              <a:t>第二级</a:t>
            </a:r>
            <a:endParaRPr lang="zh-CN" altLang="en-US" strike="noStrike" noProof="1" smtClean="0"/>
          </a:p>
          <a:p>
            <a:pPr lvl="2" fontAlgn="base"/>
            <a:r>
              <a:rPr lang="zh-CN" altLang="en-US" sz="1890" strike="noStrike" noProof="1" smtClean="0"/>
              <a:t>第三级</a:t>
            </a:r>
            <a:endParaRPr lang="zh-CN" altLang="en-US" strike="noStrike" noProof="1" smtClean="0"/>
          </a:p>
          <a:p>
            <a:pPr lvl="3" fontAlgn="base"/>
            <a:r>
              <a:rPr lang="zh-CN" altLang="en-US" sz="1575" strike="noStrike" noProof="1" smtClean="0"/>
              <a:t>第四级</a:t>
            </a:r>
            <a:endParaRPr lang="zh-CN" altLang="en-US" strike="noStrike" noProof="1" smtClean="0"/>
          </a:p>
          <a:p>
            <a:pPr lvl="4" fontAlgn="base"/>
            <a:r>
              <a:rPr lang="zh-CN" altLang="en-US" sz="1575" strike="noStrike" noProof="1" smtClean="0"/>
              <a:t>第五级</a:t>
            </a:r>
            <a:endParaRPr lang="zh-CN" altLang="en-US" strike="noStrike" noProof="1"/>
          </a:p>
        </p:txBody>
      </p:sp>
      <p:sp>
        <p:nvSpPr>
          <p:cNvPr id="5" name="日期占位符 4"/>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6" name="页脚占位符 5"/>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7" name="灯片编号占位符 6"/>
          <p:cNvSpPr>
            <a:spLocks noGrp="1"/>
          </p:cNvSpPr>
          <p:nvPr>
            <p:ph type="sldNum" sz="quarter" idx="12"/>
          </p:nvPr>
        </p:nvSpPr>
        <p:spPr/>
        <p:txBody>
          <a:body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865" y="365165"/>
            <a:ext cx="10516556" cy="1325709"/>
          </a:xfrm>
        </p:spPr>
        <p:txBody>
          <a:bodyPr/>
          <a:lstStyle/>
          <a:p>
            <a:pPr fontAlgn="base"/>
            <a:r>
              <a:rPr lang="zh-CN" altLang="en-US" sz="3465"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1186882" y="1778634"/>
            <a:ext cx="4874017" cy="824003"/>
          </a:xfrm>
        </p:spPr>
        <p:txBody>
          <a:bodyPr anchor="ctr" anchorCtr="0"/>
          <a:lstStyle>
            <a:lvl1pPr marL="0" indent="0">
              <a:buNone/>
              <a:defRPr sz="2100"/>
            </a:lvl1pPr>
            <a:lvl2pPr marL="342900" indent="0">
              <a:buNone/>
              <a:defRPr sz="1795"/>
            </a:lvl2pPr>
            <a:lvl3pPr marL="685800" indent="0">
              <a:buNone/>
              <a:defRPr sz="1500"/>
            </a:lvl3pPr>
            <a:lvl4pPr marL="1029335" indent="0">
              <a:buNone/>
              <a:defRPr sz="1355"/>
            </a:lvl4pPr>
            <a:lvl5pPr marL="1372235" indent="0">
              <a:buNone/>
              <a:defRPr sz="1355"/>
            </a:lvl5pPr>
            <a:lvl6pPr marL="1714500" indent="0">
              <a:buNone/>
              <a:defRPr sz="1355"/>
            </a:lvl6pPr>
            <a:lvl7pPr marL="2057400" indent="0">
              <a:buNone/>
              <a:defRPr sz="1355"/>
            </a:lvl7pPr>
            <a:lvl8pPr marL="2400300" indent="0">
              <a:buNone/>
              <a:defRPr sz="1355"/>
            </a:lvl8pPr>
            <a:lvl9pPr marL="2743835" indent="0">
              <a:buNone/>
              <a:defRPr sz="1355"/>
            </a:lvl9pPr>
          </a:lstStyle>
          <a:p>
            <a:pPr lvl="0" fontAlgn="base"/>
            <a:r>
              <a:rPr lang="zh-CN" altLang="en-US" sz="1655"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1186882" y="2665673"/>
            <a:ext cx="4874017" cy="3524673"/>
          </a:xfrm>
        </p:spPr>
        <p:txBody>
          <a:bodyPr/>
          <a:lstStyle/>
          <a:p>
            <a:pPr lvl="0" fontAlgn="base"/>
            <a:r>
              <a:rPr lang="zh-CN" altLang="en-US" sz="2520" strike="noStrike" noProof="1" smtClean="0"/>
              <a:t>单击此处编辑母版文本样式</a:t>
            </a:r>
            <a:endParaRPr lang="zh-CN" altLang="en-US" strike="noStrike" noProof="1" smtClean="0"/>
          </a:p>
          <a:p>
            <a:pPr lvl="1" fontAlgn="base"/>
            <a:r>
              <a:rPr lang="zh-CN" altLang="en-US" sz="2205" strike="noStrike" noProof="1" smtClean="0"/>
              <a:t>第二级</a:t>
            </a:r>
            <a:endParaRPr lang="zh-CN" altLang="en-US" strike="noStrike" noProof="1" smtClean="0"/>
          </a:p>
          <a:p>
            <a:pPr lvl="2" fontAlgn="base"/>
            <a:r>
              <a:rPr lang="zh-CN" altLang="en-US" sz="1890" strike="noStrike" noProof="1" smtClean="0"/>
              <a:t>第三级</a:t>
            </a:r>
            <a:endParaRPr lang="zh-CN" altLang="en-US" strike="noStrike" noProof="1" smtClean="0"/>
          </a:p>
          <a:p>
            <a:pPr lvl="3" fontAlgn="base"/>
            <a:r>
              <a:rPr lang="zh-CN" altLang="en-US" sz="1575" strike="noStrike" noProof="1" smtClean="0"/>
              <a:t>第四级</a:t>
            </a:r>
            <a:endParaRPr lang="zh-CN" altLang="en-US" strike="noStrike" noProof="1" smtClean="0"/>
          </a:p>
          <a:p>
            <a:pPr lvl="4" fontAlgn="base"/>
            <a:r>
              <a:rPr lang="zh-CN" altLang="en-US" sz="1575" strike="noStrike" noProof="1" smtClean="0"/>
              <a:t>第五级</a:t>
            </a:r>
            <a:endParaRPr lang="zh-CN" altLang="en-US" strike="noStrike" noProof="1"/>
          </a:p>
        </p:txBody>
      </p:sp>
      <p:sp>
        <p:nvSpPr>
          <p:cNvPr id="5" name="文本占位符 4"/>
          <p:cNvSpPr>
            <a:spLocks noGrp="1"/>
          </p:cNvSpPr>
          <p:nvPr>
            <p:ph type="body" sz="quarter" idx="3"/>
          </p:nvPr>
        </p:nvSpPr>
        <p:spPr>
          <a:xfrm>
            <a:off x="6257508" y="1778634"/>
            <a:ext cx="4898022" cy="824003"/>
          </a:xfrm>
        </p:spPr>
        <p:txBody>
          <a:bodyPr anchor="ctr" anchorCtr="0"/>
          <a:lstStyle>
            <a:lvl1pPr marL="0" indent="0">
              <a:buNone/>
              <a:defRPr sz="2100"/>
            </a:lvl1pPr>
            <a:lvl2pPr marL="342900" indent="0">
              <a:buNone/>
              <a:defRPr sz="1795"/>
            </a:lvl2pPr>
            <a:lvl3pPr marL="685800" indent="0">
              <a:buNone/>
              <a:defRPr sz="1500"/>
            </a:lvl3pPr>
            <a:lvl4pPr marL="1029335" indent="0">
              <a:buNone/>
              <a:defRPr sz="1355"/>
            </a:lvl4pPr>
            <a:lvl5pPr marL="1372235" indent="0">
              <a:buNone/>
              <a:defRPr sz="1355"/>
            </a:lvl5pPr>
            <a:lvl6pPr marL="1714500" indent="0">
              <a:buNone/>
              <a:defRPr sz="1355"/>
            </a:lvl6pPr>
            <a:lvl7pPr marL="2057400" indent="0">
              <a:buNone/>
              <a:defRPr sz="1355"/>
            </a:lvl7pPr>
            <a:lvl8pPr marL="2400300" indent="0">
              <a:buNone/>
              <a:defRPr sz="1355"/>
            </a:lvl8pPr>
            <a:lvl9pPr marL="2743835" indent="0">
              <a:buNone/>
              <a:defRPr sz="1355"/>
            </a:lvl9pPr>
          </a:lstStyle>
          <a:p>
            <a:pPr lvl="0" fontAlgn="base"/>
            <a:r>
              <a:rPr lang="zh-CN" altLang="en-US" sz="1655"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6257508" y="2665673"/>
            <a:ext cx="4898022" cy="3524673"/>
          </a:xfrm>
        </p:spPr>
        <p:txBody>
          <a:bodyPr/>
          <a:lstStyle/>
          <a:p>
            <a:pPr lvl="0" fontAlgn="base"/>
            <a:r>
              <a:rPr lang="zh-CN" altLang="en-US" sz="2520" strike="noStrike" noProof="1" smtClean="0"/>
              <a:t>单击此处编辑母版文本样式</a:t>
            </a:r>
            <a:endParaRPr lang="zh-CN" altLang="en-US" strike="noStrike" noProof="1" smtClean="0"/>
          </a:p>
          <a:p>
            <a:pPr lvl="1" fontAlgn="base"/>
            <a:r>
              <a:rPr lang="zh-CN" altLang="en-US" sz="2205" strike="noStrike" noProof="1" smtClean="0"/>
              <a:t>第二级</a:t>
            </a:r>
            <a:endParaRPr lang="zh-CN" altLang="en-US" strike="noStrike" noProof="1" smtClean="0"/>
          </a:p>
          <a:p>
            <a:pPr lvl="2" fontAlgn="base"/>
            <a:r>
              <a:rPr lang="zh-CN" altLang="en-US" sz="1890" strike="noStrike" noProof="1" smtClean="0"/>
              <a:t>第三级</a:t>
            </a:r>
            <a:endParaRPr lang="zh-CN" altLang="en-US" strike="noStrike" noProof="1" smtClean="0"/>
          </a:p>
          <a:p>
            <a:pPr lvl="3" fontAlgn="base"/>
            <a:r>
              <a:rPr lang="zh-CN" altLang="en-US" sz="1575" strike="noStrike" noProof="1" smtClean="0"/>
              <a:t>第四级</a:t>
            </a:r>
            <a:endParaRPr lang="zh-CN" altLang="en-US" strike="noStrike" noProof="1" smtClean="0"/>
          </a:p>
          <a:p>
            <a:pPr lvl="4" fontAlgn="base"/>
            <a:r>
              <a:rPr lang="zh-CN" altLang="en-US" sz="1575" strike="noStrike" noProof="1" smtClean="0"/>
              <a:t>第五级</a:t>
            </a:r>
            <a:endParaRPr lang="zh-CN" altLang="en-US" strike="noStrike" noProof="1"/>
          </a:p>
        </p:txBody>
      </p:sp>
      <p:sp>
        <p:nvSpPr>
          <p:cNvPr id="7" name="日期占位符 6"/>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8" name="页脚占位符 7"/>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9" name="灯片编号占位符 8"/>
          <p:cNvSpPr>
            <a:spLocks noGrp="1"/>
          </p:cNvSpPr>
          <p:nvPr>
            <p:ph type="sldNum" sz="quarter" idx="12"/>
          </p:nvPr>
        </p:nvSpPr>
        <p:spPr/>
        <p:txBody>
          <a:body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z="3465"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4" name="页脚占位符 3"/>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5" name="灯片编号占位符 4"/>
          <p:cNvSpPr>
            <a:spLocks noGrp="1"/>
          </p:cNvSpPr>
          <p:nvPr>
            <p:ph type="sldNum" sz="quarter" idx="12"/>
          </p:nvPr>
        </p:nvSpPr>
        <p:spPr/>
        <p:txBody>
          <a:body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3" name="页脚占位符 2"/>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4" name="灯片编号占位符 3"/>
          <p:cNvSpPr>
            <a:spLocks noGrp="1"/>
          </p:cNvSpPr>
          <p:nvPr>
            <p:ph type="sldNum" sz="quarter" idx="12"/>
          </p:nvPr>
        </p:nvSpPr>
        <p:spPr/>
        <p:txBody>
          <a:body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865" y="457250"/>
            <a:ext cx="3932595" cy="1600376"/>
          </a:xfrm>
        </p:spPr>
        <p:txBody>
          <a:bodyPr anchor="b"/>
          <a:lstStyle>
            <a:lvl1pPr>
              <a:defRPr sz="2400"/>
            </a:lvl1pPr>
          </a:lstStyle>
          <a:p>
            <a:pPr fontAlgn="base"/>
            <a:r>
              <a:rPr lang="zh-CN" altLang="en-US" sz="1890" strike="noStrike" noProof="1" smtClean="0"/>
              <a:t>单击此处编辑母版标题样式</a:t>
            </a:r>
            <a:endParaRPr lang="zh-CN" altLang="en-US" strike="noStrike" noProof="1"/>
          </a:p>
        </p:txBody>
      </p:sp>
      <p:sp>
        <p:nvSpPr>
          <p:cNvPr id="3" name="内容占位符 2"/>
          <p:cNvSpPr>
            <a:spLocks noGrp="1"/>
          </p:cNvSpPr>
          <p:nvPr>
            <p:ph idx="1"/>
          </p:nvPr>
        </p:nvSpPr>
        <p:spPr>
          <a:xfrm>
            <a:off x="5183659" y="987534"/>
            <a:ext cx="6172762" cy="4874162"/>
          </a:xfrm>
        </p:spPr>
        <p:txBody>
          <a:bodyPr/>
          <a:lstStyle>
            <a:lvl1pPr>
              <a:defRPr sz="2400"/>
            </a:lvl1pPr>
            <a:lvl2pPr>
              <a:defRPr sz="2100"/>
            </a:lvl2pPr>
            <a:lvl3pPr>
              <a:defRPr sz="1795"/>
            </a:lvl3pPr>
            <a:lvl4pPr>
              <a:defRPr sz="1500"/>
            </a:lvl4pPr>
            <a:lvl5pPr>
              <a:defRPr sz="1500"/>
            </a:lvl5pPr>
            <a:lvl6pPr>
              <a:defRPr sz="1500"/>
            </a:lvl6pPr>
            <a:lvl7pPr>
              <a:defRPr sz="1500"/>
            </a:lvl7pPr>
            <a:lvl8pPr>
              <a:defRPr sz="1500"/>
            </a:lvl8pPr>
            <a:lvl9pPr>
              <a:defRPr sz="1500"/>
            </a:lvl9pPr>
          </a:lstStyle>
          <a:p>
            <a:pPr lvl="0" fontAlgn="base"/>
            <a:r>
              <a:rPr lang="zh-CN" altLang="en-US" sz="1890" strike="noStrike" noProof="1" smtClean="0"/>
              <a:t>单击此处编辑母版文本样式</a:t>
            </a:r>
            <a:endParaRPr lang="zh-CN" altLang="en-US" strike="noStrike" noProof="1" smtClean="0"/>
          </a:p>
          <a:p>
            <a:pPr lvl="1" fontAlgn="base"/>
            <a:r>
              <a:rPr lang="zh-CN" altLang="en-US" sz="1655" strike="noStrike" noProof="1" smtClean="0"/>
              <a:t>第二级</a:t>
            </a:r>
            <a:endParaRPr lang="zh-CN" altLang="en-US" strike="noStrike" noProof="1" smtClean="0"/>
          </a:p>
          <a:p>
            <a:pPr lvl="2" fontAlgn="base"/>
            <a:r>
              <a:rPr lang="zh-CN" altLang="en-US" sz="1415" strike="noStrike" noProof="1" smtClean="0"/>
              <a:t>第三级</a:t>
            </a:r>
            <a:endParaRPr lang="zh-CN" altLang="en-US" strike="noStrike" noProof="1" smtClean="0"/>
          </a:p>
          <a:p>
            <a:pPr lvl="3" fontAlgn="base"/>
            <a:r>
              <a:rPr lang="zh-CN" altLang="en-US" sz="1180" strike="noStrike" noProof="1" smtClean="0"/>
              <a:t>第四级</a:t>
            </a:r>
            <a:endParaRPr lang="zh-CN" altLang="en-US" strike="noStrike" noProof="1" smtClean="0"/>
          </a:p>
          <a:p>
            <a:pPr lvl="4" fontAlgn="base"/>
            <a:r>
              <a:rPr lang="zh-CN" altLang="en-US" sz="1180" strike="noStrike" noProof="1" smtClean="0"/>
              <a:t>第五级</a:t>
            </a:r>
            <a:endParaRPr lang="zh-CN" altLang="en-US" strike="noStrike" noProof="1"/>
          </a:p>
        </p:txBody>
      </p:sp>
      <p:sp>
        <p:nvSpPr>
          <p:cNvPr id="4" name="文本占位符 3"/>
          <p:cNvSpPr>
            <a:spLocks noGrp="1"/>
          </p:cNvSpPr>
          <p:nvPr>
            <p:ph type="body" sz="half" idx="2"/>
          </p:nvPr>
        </p:nvSpPr>
        <p:spPr>
          <a:xfrm>
            <a:off x="839865" y="2057627"/>
            <a:ext cx="3932595" cy="3812008"/>
          </a:xfrm>
        </p:spPr>
        <p:txBody>
          <a:bodyPr/>
          <a:lstStyle>
            <a:lvl1pPr marL="0" indent="0">
              <a:buNone/>
              <a:defRPr sz="1200"/>
            </a:lvl1pPr>
            <a:lvl2pPr marL="342900" indent="0">
              <a:buNone/>
              <a:defRPr sz="1050"/>
            </a:lvl2pPr>
            <a:lvl3pPr marL="685800" indent="0">
              <a:buNone/>
              <a:defRPr sz="900"/>
            </a:lvl3pPr>
            <a:lvl4pPr marL="1029335" indent="0">
              <a:buNone/>
              <a:defRPr sz="750"/>
            </a:lvl4pPr>
            <a:lvl5pPr marL="1372235" indent="0">
              <a:buNone/>
              <a:defRPr sz="750"/>
            </a:lvl5pPr>
            <a:lvl6pPr marL="1714500" indent="0">
              <a:buNone/>
              <a:defRPr sz="750"/>
            </a:lvl6pPr>
            <a:lvl7pPr marL="2057400" indent="0">
              <a:buNone/>
              <a:defRPr sz="750"/>
            </a:lvl7pPr>
            <a:lvl8pPr marL="2400300" indent="0">
              <a:buNone/>
              <a:defRPr sz="750"/>
            </a:lvl8pPr>
            <a:lvl9pPr marL="2743835" indent="0">
              <a:buNone/>
              <a:defRPr sz="750"/>
            </a:lvl9pPr>
          </a:lstStyle>
          <a:p>
            <a:pPr lvl="0" fontAlgn="base"/>
            <a:r>
              <a:rPr lang="zh-CN" altLang="en-US" sz="945"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6" name="页脚占位符 5"/>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7" name="灯片编号占位符 6"/>
          <p:cNvSpPr>
            <a:spLocks noGrp="1"/>
          </p:cNvSpPr>
          <p:nvPr>
            <p:ph type="sldNum" sz="quarter" idx="12"/>
          </p:nvPr>
        </p:nvSpPr>
        <p:spPr/>
        <p:txBody>
          <a:body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865" y="457250"/>
            <a:ext cx="4165728" cy="1600376"/>
          </a:xfrm>
        </p:spPr>
        <p:txBody>
          <a:bodyPr anchor="b"/>
          <a:lstStyle>
            <a:lvl1pPr>
              <a:defRPr sz="2400"/>
            </a:lvl1pPr>
          </a:lstStyle>
          <a:p>
            <a:pPr fontAlgn="base"/>
            <a:r>
              <a:rPr lang="zh-CN" altLang="en-US" sz="1890"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5183659" y="457252"/>
            <a:ext cx="6172762" cy="5404445"/>
          </a:xfrm>
        </p:spPr>
        <p:txBody>
          <a:bodyPr/>
          <a:lstStyle>
            <a:lvl1pPr marL="0" indent="0">
              <a:buNone/>
              <a:defRPr sz="2400"/>
            </a:lvl1pPr>
            <a:lvl2pPr marL="342900" indent="0">
              <a:buNone/>
              <a:defRPr sz="2100"/>
            </a:lvl2pPr>
            <a:lvl3pPr marL="685800" indent="0">
              <a:buNone/>
              <a:defRPr sz="1795"/>
            </a:lvl3pPr>
            <a:lvl4pPr marL="1029335" indent="0">
              <a:buNone/>
              <a:defRPr sz="1500"/>
            </a:lvl4pPr>
            <a:lvl5pPr marL="1372235" indent="0">
              <a:buNone/>
              <a:defRPr sz="1500"/>
            </a:lvl5pPr>
            <a:lvl6pPr marL="1714500" indent="0">
              <a:buNone/>
              <a:defRPr sz="1500"/>
            </a:lvl6pPr>
            <a:lvl7pPr marL="2057400" indent="0">
              <a:buNone/>
              <a:defRPr sz="1500"/>
            </a:lvl7pPr>
            <a:lvl8pPr marL="2400300" indent="0">
              <a:buNone/>
              <a:defRPr sz="1500"/>
            </a:lvl8pPr>
            <a:lvl9pPr marL="2743835"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839865" y="2057627"/>
            <a:ext cx="4165728" cy="3812008"/>
          </a:xfrm>
        </p:spPr>
        <p:txBody>
          <a:bodyPr/>
          <a:lstStyle>
            <a:lvl1pPr marL="0" indent="0">
              <a:buNone/>
              <a:defRPr sz="1500"/>
            </a:lvl1pPr>
            <a:lvl2pPr marL="342900" indent="0">
              <a:buNone/>
              <a:defRPr sz="1355"/>
            </a:lvl2pPr>
            <a:lvl3pPr marL="685800" indent="0">
              <a:buNone/>
              <a:defRPr sz="1200"/>
            </a:lvl3pPr>
            <a:lvl4pPr marL="1029335" indent="0">
              <a:buNone/>
              <a:defRPr sz="1050"/>
            </a:lvl4pPr>
            <a:lvl5pPr marL="1372235" indent="0">
              <a:buNone/>
              <a:defRPr sz="1050"/>
            </a:lvl5pPr>
            <a:lvl6pPr marL="1714500" indent="0">
              <a:buNone/>
              <a:defRPr sz="1050"/>
            </a:lvl6pPr>
            <a:lvl7pPr marL="2057400" indent="0">
              <a:buNone/>
              <a:defRPr sz="1050"/>
            </a:lvl7pPr>
            <a:lvl8pPr marL="2400300" indent="0">
              <a:buNone/>
              <a:defRPr sz="1050"/>
            </a:lvl8pPr>
            <a:lvl9pPr marL="2743835" indent="0">
              <a:buNone/>
              <a:defRPr sz="1050"/>
            </a:lvl9pPr>
          </a:lstStyle>
          <a:p>
            <a:pPr lvl="0" fontAlgn="base"/>
            <a:r>
              <a:rPr lang="zh-CN" altLang="en-US" sz="1180"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6" name="页脚占位符 5"/>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7" name="灯片编号占位符 6"/>
          <p:cNvSpPr>
            <a:spLocks noGrp="1"/>
          </p:cNvSpPr>
          <p:nvPr>
            <p:ph type="sldNum" sz="quarter" idx="12"/>
          </p:nvPr>
        </p:nvSpPr>
        <p:spPr/>
        <p:txBody>
          <a:body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z="3465"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z="2520" strike="noStrike" noProof="1" smtClean="0"/>
              <a:t>单击此处编辑母版文本样式</a:t>
            </a:r>
            <a:endParaRPr lang="zh-CN" altLang="en-US" strike="noStrike" noProof="1" smtClean="0"/>
          </a:p>
          <a:p>
            <a:pPr lvl="1" fontAlgn="base"/>
            <a:r>
              <a:rPr lang="zh-CN" altLang="en-US" sz="2205" strike="noStrike" noProof="1" smtClean="0"/>
              <a:t>第二级</a:t>
            </a:r>
            <a:endParaRPr lang="zh-CN" altLang="en-US" strike="noStrike" noProof="1" smtClean="0"/>
          </a:p>
          <a:p>
            <a:pPr lvl="2" fontAlgn="base"/>
            <a:r>
              <a:rPr lang="zh-CN" altLang="en-US" sz="1890" strike="noStrike" noProof="1" smtClean="0"/>
              <a:t>第三级</a:t>
            </a:r>
            <a:endParaRPr lang="zh-CN" altLang="en-US" strike="noStrike" noProof="1" smtClean="0"/>
          </a:p>
          <a:p>
            <a:pPr lvl="3" fontAlgn="base"/>
            <a:r>
              <a:rPr lang="zh-CN" altLang="en-US" sz="1575" strike="noStrike" noProof="1" smtClean="0"/>
              <a:t>第四级</a:t>
            </a:r>
            <a:endParaRPr lang="zh-CN" altLang="en-US" strike="noStrike" noProof="1" smtClean="0"/>
          </a:p>
          <a:p>
            <a:pPr lvl="4" fontAlgn="base"/>
            <a:r>
              <a:rPr lang="zh-CN" altLang="en-US" sz="1575" strike="noStrike" noProof="1" smtClean="0"/>
              <a:t>第五级</a:t>
            </a:r>
            <a:endParaRPr lang="zh-CN" altLang="en-US" strike="noStrike" noProof="1"/>
          </a:p>
        </p:txBody>
      </p:sp>
      <p:sp>
        <p:nvSpPr>
          <p:cNvPr id="4" name="日期占位符 3"/>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5" name="页脚占位符 4"/>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40005" y="274668"/>
            <a:ext cx="2743450" cy="5852170"/>
          </a:xfrm>
        </p:spPr>
        <p:txBody>
          <a:bodyPr vert="eaVert"/>
          <a:lstStyle/>
          <a:p>
            <a:pPr fontAlgn="base"/>
            <a:r>
              <a:rPr lang="zh-CN" altLang="en-US" sz="3465"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609656" y="274668"/>
            <a:ext cx="8071308" cy="5852170"/>
          </a:xfrm>
        </p:spPr>
        <p:txBody>
          <a:bodyPr vert="eaVert"/>
          <a:lstStyle/>
          <a:p>
            <a:pPr lvl="0" fontAlgn="base"/>
            <a:r>
              <a:rPr lang="zh-CN" altLang="en-US" sz="2520" strike="noStrike" noProof="1" smtClean="0"/>
              <a:t>单击此处编辑母版文本样式</a:t>
            </a:r>
            <a:endParaRPr lang="zh-CN" altLang="en-US" strike="noStrike" noProof="1" smtClean="0"/>
          </a:p>
          <a:p>
            <a:pPr lvl="1" fontAlgn="base"/>
            <a:r>
              <a:rPr lang="zh-CN" altLang="en-US" sz="2205" strike="noStrike" noProof="1" smtClean="0"/>
              <a:t>第二级</a:t>
            </a:r>
            <a:endParaRPr lang="zh-CN" altLang="en-US" strike="noStrike" noProof="1" smtClean="0"/>
          </a:p>
          <a:p>
            <a:pPr lvl="2" fontAlgn="base"/>
            <a:r>
              <a:rPr lang="zh-CN" altLang="en-US" sz="1890" strike="noStrike" noProof="1" smtClean="0"/>
              <a:t>第三级</a:t>
            </a:r>
            <a:endParaRPr lang="zh-CN" altLang="en-US" strike="noStrike" noProof="1" smtClean="0"/>
          </a:p>
          <a:p>
            <a:pPr lvl="3" fontAlgn="base"/>
            <a:r>
              <a:rPr lang="zh-CN" altLang="en-US" sz="1575" strike="noStrike" noProof="1" smtClean="0"/>
              <a:t>第四级</a:t>
            </a:r>
            <a:endParaRPr lang="zh-CN" altLang="en-US" strike="noStrike" noProof="1" smtClean="0"/>
          </a:p>
          <a:p>
            <a:pPr lvl="4" fontAlgn="base"/>
            <a:r>
              <a:rPr lang="zh-CN" altLang="en-US" sz="1575" strike="noStrike" noProof="1" smtClean="0"/>
              <a:t>第五级</a:t>
            </a:r>
            <a:endParaRPr lang="zh-CN" altLang="en-US" strike="noStrike" noProof="1"/>
          </a:p>
        </p:txBody>
      </p:sp>
      <p:sp>
        <p:nvSpPr>
          <p:cNvPr id="4" name="日期占位符 3"/>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5" name="页脚占位符 4"/>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标题 1025"/>
          <p:cNvSpPr>
            <a:spLocks noGrp="1"/>
          </p:cNvSpPr>
          <p:nvPr>
            <p:ph type="title"/>
          </p:nvPr>
        </p:nvSpPr>
        <p:spPr>
          <a:xfrm>
            <a:off x="609373" y="274223"/>
            <a:ext cx="10974096" cy="1143269"/>
          </a:xfrm>
          <a:prstGeom prst="rect">
            <a:avLst/>
          </a:prstGeom>
          <a:noFill/>
          <a:ln w="9525">
            <a:noFill/>
          </a:ln>
        </p:spPr>
        <p:txBody>
          <a:bodyPr anchor="ctr" anchorCtr="0"/>
          <a:lstStyle/>
          <a:p>
            <a:pPr lvl="0" fontAlgn="base"/>
            <a:r>
              <a:rPr lang="zh-CN" altLang="en-US" sz="3465" strike="noStrike" noProof="1"/>
              <a:t>单击此处编辑母版标题样式</a:t>
            </a:r>
            <a:endParaRPr lang="zh-CN" altLang="en-US" strike="noStrike" noProof="1"/>
          </a:p>
        </p:txBody>
      </p:sp>
      <p:sp>
        <p:nvSpPr>
          <p:cNvPr id="1027" name="文本占位符 1026"/>
          <p:cNvSpPr>
            <a:spLocks noGrp="1"/>
          </p:cNvSpPr>
          <p:nvPr>
            <p:ph type="body" idx="1"/>
          </p:nvPr>
        </p:nvSpPr>
        <p:spPr>
          <a:xfrm>
            <a:off x="609373" y="1600980"/>
            <a:ext cx="10974096" cy="4526700"/>
          </a:xfrm>
          <a:prstGeom prst="rect">
            <a:avLst/>
          </a:prstGeom>
          <a:noFill/>
          <a:ln w="9525">
            <a:noFill/>
          </a:ln>
        </p:spPr>
        <p:txBody>
          <a:bodyPr/>
          <a:lstStyle/>
          <a:p>
            <a:pPr lvl="0" fontAlgn="base"/>
            <a:r>
              <a:rPr lang="zh-CN" altLang="en-US" sz="2520" strike="noStrike" noProof="1"/>
              <a:t>单击此处编辑母版文本样式</a:t>
            </a:r>
            <a:endParaRPr lang="zh-CN" altLang="en-US" strike="noStrike" noProof="1"/>
          </a:p>
          <a:p>
            <a:pPr lvl="1" fontAlgn="base"/>
            <a:r>
              <a:rPr lang="zh-CN" altLang="en-US" sz="2205" strike="noStrike" noProof="1"/>
              <a:t>第二级</a:t>
            </a:r>
            <a:endParaRPr lang="zh-CN" altLang="en-US" strike="noStrike" noProof="1"/>
          </a:p>
          <a:p>
            <a:pPr lvl="2" fontAlgn="base"/>
            <a:r>
              <a:rPr lang="zh-CN" altLang="en-US" sz="1890" strike="noStrike" noProof="1"/>
              <a:t>第三级</a:t>
            </a:r>
            <a:endParaRPr lang="zh-CN" altLang="en-US" strike="noStrike" noProof="1"/>
          </a:p>
          <a:p>
            <a:pPr lvl="3" fontAlgn="base"/>
            <a:r>
              <a:rPr lang="zh-CN" altLang="en-US" sz="1575" strike="noStrike" noProof="1"/>
              <a:t>第四级</a:t>
            </a:r>
            <a:endParaRPr lang="zh-CN" altLang="en-US" strike="noStrike" noProof="1"/>
          </a:p>
          <a:p>
            <a:pPr lvl="4" fontAlgn="base"/>
            <a:r>
              <a:rPr lang="zh-CN" altLang="en-US" sz="1575" strike="noStrike" noProof="1"/>
              <a:t>第五级</a:t>
            </a:r>
            <a:endParaRPr lang="zh-CN" altLang="en-US" strike="noStrike" noProof="1"/>
          </a:p>
        </p:txBody>
      </p:sp>
      <p:sp>
        <p:nvSpPr>
          <p:cNvPr id="1028" name="日期占位符 1027"/>
          <p:cNvSpPr>
            <a:spLocks noGrp="1"/>
          </p:cNvSpPr>
          <p:nvPr>
            <p:ph type="dt" sz="half" idx="2"/>
          </p:nvPr>
        </p:nvSpPr>
        <p:spPr>
          <a:xfrm>
            <a:off x="609373" y="6246644"/>
            <a:ext cx="2846132" cy="475858"/>
          </a:xfrm>
          <a:prstGeom prst="rect">
            <a:avLst/>
          </a:prstGeom>
          <a:noFill/>
          <a:ln w="9525">
            <a:noFill/>
          </a:ln>
        </p:spPr>
        <p:txBody>
          <a:bodyPr/>
          <a:lstStyle>
            <a:lvl1pPr>
              <a:defRPr sz="1395"/>
            </a:lvl1pPr>
          </a:lstStyle>
          <a:p>
            <a:pPr lvl="0" fontAlgn="base"/>
            <a:endParaRPr lang="zh-CN" altLang="en-US" strike="noStrike" noProof="1">
              <a:latin typeface="Arial" panose="020B0604020202020204" pitchFamily="34" charset="0"/>
            </a:endParaRPr>
          </a:p>
        </p:txBody>
      </p:sp>
      <p:sp>
        <p:nvSpPr>
          <p:cNvPr id="1029" name="页脚占位符 1028"/>
          <p:cNvSpPr>
            <a:spLocks noGrp="1"/>
          </p:cNvSpPr>
          <p:nvPr>
            <p:ph type="ftr" sz="quarter" idx="3"/>
          </p:nvPr>
        </p:nvSpPr>
        <p:spPr>
          <a:xfrm>
            <a:off x="4165245" y="6246644"/>
            <a:ext cx="3862352" cy="475858"/>
          </a:xfrm>
          <a:prstGeom prst="rect">
            <a:avLst/>
          </a:prstGeom>
          <a:noFill/>
          <a:ln w="9525">
            <a:noFill/>
          </a:ln>
        </p:spPr>
        <p:txBody>
          <a:bodyPr/>
          <a:lstStyle>
            <a:lvl1pPr algn="ctr">
              <a:defRPr sz="1395"/>
            </a:lvl1pPr>
          </a:lstStyle>
          <a:p>
            <a:pPr lvl="0" fontAlgn="base"/>
            <a:endParaRPr lang="zh-CN" altLang="en-US" strike="noStrike" noProof="1">
              <a:latin typeface="Arial" panose="020B0604020202020204" pitchFamily="34" charset="0"/>
            </a:endParaRPr>
          </a:p>
        </p:txBody>
      </p:sp>
      <p:sp>
        <p:nvSpPr>
          <p:cNvPr id="1030" name="灯片编号占位符 1029"/>
          <p:cNvSpPr>
            <a:spLocks noGrp="1"/>
          </p:cNvSpPr>
          <p:nvPr>
            <p:ph type="sldNum" sz="quarter" idx="4"/>
          </p:nvPr>
        </p:nvSpPr>
        <p:spPr>
          <a:xfrm>
            <a:off x="8739130" y="6246644"/>
            <a:ext cx="2844340" cy="475858"/>
          </a:xfrm>
          <a:prstGeom prst="rect">
            <a:avLst/>
          </a:prstGeom>
          <a:noFill/>
          <a:ln w="9525">
            <a:noFill/>
          </a:ln>
        </p:spPr>
        <p:txBody>
          <a:bodyPr/>
          <a:lstStyle>
            <a:lvl1pPr algn="r">
              <a:defRPr sz="1395"/>
            </a:lvl1p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lnSpc>
          <a:spcPct val="100000"/>
        </a:lnSpc>
        <a:spcBef>
          <a:spcPts val="95"/>
        </a:spcBef>
        <a:spcAft>
          <a:spcPct val="0"/>
        </a:spcAft>
        <a:buChar char="•"/>
        <a:defRPr sz="3200" b="0" i="0" u="none" kern="1200" baseline="0">
          <a:solidFill>
            <a:schemeClr val="tx1"/>
          </a:solidFill>
          <a:latin typeface="+mn-lt"/>
          <a:ea typeface="+mn-ea"/>
          <a:cs typeface="+mn-cs"/>
        </a:defRPr>
      </a:lvl1pPr>
      <a:lvl2pPr marL="742950" lvl="1" indent="-285750" algn="l" defTabSz="914400" eaLnBrk="1" fontAlgn="base" latinLnBrk="0" hangingPunct="1">
        <a:lnSpc>
          <a:spcPct val="100000"/>
        </a:lnSpc>
        <a:spcBef>
          <a:spcPts val="95"/>
        </a:spcBef>
        <a:spcAft>
          <a:spcPct val="0"/>
        </a:spcAft>
        <a:buChar char="–"/>
        <a:defRPr sz="2800" b="0" i="0" u="none" kern="1200" baseline="0">
          <a:solidFill>
            <a:schemeClr val="tx1"/>
          </a:solidFill>
          <a:latin typeface="+mn-lt"/>
          <a:ea typeface="+mn-ea"/>
          <a:cs typeface="+mn-cs"/>
        </a:defRPr>
      </a:lvl2pPr>
      <a:lvl3pPr marL="1143000" lvl="2" indent="-227965" algn="l" defTabSz="914400" eaLnBrk="1" fontAlgn="base" latinLnBrk="0" hangingPunct="1">
        <a:lnSpc>
          <a:spcPct val="100000"/>
        </a:lnSpc>
        <a:spcBef>
          <a:spcPts val="95"/>
        </a:spcBef>
        <a:spcAft>
          <a:spcPct val="0"/>
        </a:spcAft>
        <a:buChar char="•"/>
        <a:defRPr sz="2400" b="0" i="0" u="none" kern="1200" baseline="0">
          <a:solidFill>
            <a:schemeClr val="tx1"/>
          </a:solidFill>
          <a:latin typeface="+mn-lt"/>
          <a:ea typeface="+mn-ea"/>
          <a:cs typeface="+mn-cs"/>
        </a:defRPr>
      </a:lvl3pPr>
      <a:lvl4pPr marL="1600200" lvl="3" indent="-227965" algn="l" defTabSz="914400" eaLnBrk="1" fontAlgn="base" latinLnBrk="0" hangingPunct="1">
        <a:lnSpc>
          <a:spcPct val="100000"/>
        </a:lnSpc>
        <a:spcBef>
          <a:spcPts val="95"/>
        </a:spcBef>
        <a:spcAft>
          <a:spcPct val="0"/>
        </a:spcAft>
        <a:buChar char="–"/>
        <a:defRPr sz="2000" b="0" i="0" u="none" kern="1200" baseline="0">
          <a:solidFill>
            <a:schemeClr val="tx1"/>
          </a:solidFill>
          <a:latin typeface="+mn-lt"/>
          <a:ea typeface="+mn-ea"/>
          <a:cs typeface="+mn-cs"/>
        </a:defRPr>
      </a:lvl4pPr>
      <a:lvl5pPr marL="2057400" lvl="4" indent="-227965" algn="l" defTabSz="914400" eaLnBrk="1" fontAlgn="base" latinLnBrk="0" hangingPunct="1">
        <a:lnSpc>
          <a:spcPct val="100000"/>
        </a:lnSpc>
        <a:spcBef>
          <a:spcPts val="95"/>
        </a:spcBef>
        <a:spcAft>
          <a:spcPct val="0"/>
        </a:spcAft>
        <a:buChar char="»"/>
        <a:defRPr sz="2000" b="0" i="0" u="none" kern="1200" baseline="0">
          <a:solidFill>
            <a:schemeClr val="tx1"/>
          </a:solidFill>
          <a:latin typeface="+mn-lt"/>
          <a:ea typeface="+mn-ea"/>
          <a:cs typeface="+mn-cs"/>
        </a:defRPr>
      </a:lvl5pPr>
      <a:lvl6pPr marL="2514600" lvl="5" indent="-227965" algn="l" defTabSz="914400" eaLnBrk="1" fontAlgn="base" latinLnBrk="0" hangingPunct="1">
        <a:lnSpc>
          <a:spcPct val="100000"/>
        </a:lnSpc>
        <a:spcBef>
          <a:spcPts val="95"/>
        </a:spcBef>
        <a:spcAft>
          <a:spcPct val="0"/>
        </a:spcAft>
        <a:buChar char="»"/>
        <a:defRPr sz="2000" b="0" i="0" u="none" kern="1200" baseline="0">
          <a:solidFill>
            <a:schemeClr val="tx1"/>
          </a:solidFill>
          <a:latin typeface="+mn-lt"/>
          <a:ea typeface="+mn-ea"/>
          <a:cs typeface="+mn-cs"/>
        </a:defRPr>
      </a:lvl6pPr>
      <a:lvl7pPr marL="2971800" lvl="6" indent="-227965" algn="l" defTabSz="914400" eaLnBrk="1" fontAlgn="base" latinLnBrk="0" hangingPunct="1">
        <a:lnSpc>
          <a:spcPct val="100000"/>
        </a:lnSpc>
        <a:spcBef>
          <a:spcPts val="95"/>
        </a:spcBef>
        <a:spcAft>
          <a:spcPct val="0"/>
        </a:spcAft>
        <a:buChar char="»"/>
        <a:defRPr sz="2000" b="0" i="0" u="none" kern="1200" baseline="0">
          <a:solidFill>
            <a:schemeClr val="tx1"/>
          </a:solidFill>
          <a:latin typeface="+mn-lt"/>
          <a:ea typeface="+mn-ea"/>
          <a:cs typeface="+mn-cs"/>
        </a:defRPr>
      </a:lvl7pPr>
      <a:lvl8pPr marL="3429635" lvl="7" indent="-227965" algn="l" defTabSz="914400" eaLnBrk="1" fontAlgn="base" latinLnBrk="0" hangingPunct="1">
        <a:lnSpc>
          <a:spcPct val="100000"/>
        </a:lnSpc>
        <a:spcBef>
          <a:spcPts val="95"/>
        </a:spcBef>
        <a:spcAft>
          <a:spcPct val="0"/>
        </a:spcAft>
        <a:buChar char="»"/>
        <a:defRPr sz="2000" b="0" i="0" u="none" kern="1200" baseline="0">
          <a:solidFill>
            <a:schemeClr val="tx1"/>
          </a:solidFill>
          <a:latin typeface="+mn-lt"/>
          <a:ea typeface="+mn-ea"/>
          <a:cs typeface="+mn-cs"/>
        </a:defRPr>
      </a:lvl8pPr>
      <a:lvl9pPr marL="3886835" lvl="8" indent="-227965" algn="l" defTabSz="914400" eaLnBrk="1" fontAlgn="base" latinLnBrk="0" hangingPunct="1">
        <a:lnSpc>
          <a:spcPct val="100000"/>
        </a:lnSpc>
        <a:spcBef>
          <a:spcPts val="95"/>
        </a:spcBef>
        <a:spcAft>
          <a:spcPct val="0"/>
        </a:spcAft>
        <a:buChar char="»"/>
        <a:defRPr sz="2000" b="0" i="0" u="none" kern="1200" baseline="0">
          <a:solidFill>
            <a:schemeClr val="tx1"/>
          </a:solidFill>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None/>
        <a:defRPr sz="1795" b="0" i="0" u="none" kern="1200" baseline="0">
          <a:solidFill>
            <a:schemeClr val="tx1"/>
          </a:solidFill>
          <a:latin typeface="+mn-lt"/>
          <a:ea typeface="+mn-ea"/>
          <a:cs typeface="+mn-cs"/>
        </a:defRPr>
      </a:lvl1pPr>
      <a:lvl2pPr marL="457200" lvl="1" indent="0" algn="l" defTabSz="1161415"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1161415"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2235" lvl="3" indent="0" algn="l" defTabSz="1161415"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9435" lvl="4" indent="0" algn="l" defTabSz="1161415"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635" lvl="5" indent="0" algn="l" defTabSz="1161415"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835" lvl="6" indent="0" algn="l" defTabSz="1161415"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1035" lvl="7" indent="0" algn="l" defTabSz="1161415"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1161415"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标题 1025"/>
          <p:cNvSpPr>
            <a:spLocks noGrp="1"/>
          </p:cNvSpPr>
          <p:nvPr>
            <p:ph type="title"/>
          </p:nvPr>
        </p:nvSpPr>
        <p:spPr>
          <a:xfrm>
            <a:off x="609373" y="274223"/>
            <a:ext cx="10974096" cy="1143269"/>
          </a:xfrm>
          <a:prstGeom prst="rect">
            <a:avLst/>
          </a:prstGeom>
          <a:noFill/>
          <a:ln w="9525">
            <a:noFill/>
          </a:ln>
        </p:spPr>
        <p:txBody>
          <a:bodyPr anchor="ctr" anchorCtr="0"/>
          <a:lstStyle/>
          <a:p>
            <a:pPr lvl="0" fontAlgn="base"/>
            <a:r>
              <a:rPr lang="zh-CN" altLang="en-US" sz="3465" strike="noStrike" noProof="1"/>
              <a:t>单击此处编辑母版标题样式</a:t>
            </a:r>
            <a:endParaRPr lang="zh-CN" altLang="en-US" strike="noStrike" noProof="1"/>
          </a:p>
        </p:txBody>
      </p:sp>
      <p:sp>
        <p:nvSpPr>
          <p:cNvPr id="1027" name="文本占位符 1026"/>
          <p:cNvSpPr>
            <a:spLocks noGrp="1"/>
          </p:cNvSpPr>
          <p:nvPr>
            <p:ph type="body" idx="1"/>
          </p:nvPr>
        </p:nvSpPr>
        <p:spPr>
          <a:xfrm>
            <a:off x="609373" y="1600980"/>
            <a:ext cx="10974096" cy="4526700"/>
          </a:xfrm>
          <a:prstGeom prst="rect">
            <a:avLst/>
          </a:prstGeom>
          <a:noFill/>
          <a:ln w="9525">
            <a:noFill/>
          </a:ln>
        </p:spPr>
        <p:txBody>
          <a:bodyPr/>
          <a:lstStyle/>
          <a:p>
            <a:pPr lvl="0" fontAlgn="base"/>
            <a:r>
              <a:rPr lang="zh-CN" altLang="en-US" sz="2520" strike="noStrike" noProof="1"/>
              <a:t>单击此处编辑母版文本样式</a:t>
            </a:r>
            <a:endParaRPr lang="zh-CN" altLang="en-US" strike="noStrike" noProof="1"/>
          </a:p>
          <a:p>
            <a:pPr lvl="1" fontAlgn="base"/>
            <a:r>
              <a:rPr lang="zh-CN" altLang="en-US" sz="2205" strike="noStrike" noProof="1"/>
              <a:t>第二级</a:t>
            </a:r>
            <a:endParaRPr lang="zh-CN" altLang="en-US" strike="noStrike" noProof="1"/>
          </a:p>
          <a:p>
            <a:pPr lvl="2" fontAlgn="base"/>
            <a:r>
              <a:rPr lang="zh-CN" altLang="en-US" sz="1890" strike="noStrike" noProof="1"/>
              <a:t>第三级</a:t>
            </a:r>
            <a:endParaRPr lang="zh-CN" altLang="en-US" strike="noStrike" noProof="1"/>
          </a:p>
          <a:p>
            <a:pPr lvl="3" fontAlgn="base"/>
            <a:r>
              <a:rPr lang="zh-CN" altLang="en-US" sz="1575" strike="noStrike" noProof="1"/>
              <a:t>第四级</a:t>
            </a:r>
            <a:endParaRPr lang="zh-CN" altLang="en-US" strike="noStrike" noProof="1"/>
          </a:p>
          <a:p>
            <a:pPr lvl="4" fontAlgn="base"/>
            <a:r>
              <a:rPr lang="zh-CN" altLang="en-US" sz="1575" strike="noStrike" noProof="1"/>
              <a:t>第五级</a:t>
            </a:r>
            <a:endParaRPr lang="zh-CN" altLang="en-US" strike="noStrike" noProof="1"/>
          </a:p>
        </p:txBody>
      </p:sp>
      <p:sp>
        <p:nvSpPr>
          <p:cNvPr id="1028" name="日期占位符 1027"/>
          <p:cNvSpPr>
            <a:spLocks noGrp="1"/>
          </p:cNvSpPr>
          <p:nvPr>
            <p:ph type="dt" sz="half" idx="2"/>
          </p:nvPr>
        </p:nvSpPr>
        <p:spPr>
          <a:xfrm>
            <a:off x="609373" y="6246644"/>
            <a:ext cx="2846132" cy="475858"/>
          </a:xfrm>
          <a:prstGeom prst="rect">
            <a:avLst/>
          </a:prstGeom>
          <a:noFill/>
          <a:ln w="9525">
            <a:noFill/>
          </a:ln>
        </p:spPr>
        <p:txBody>
          <a:bodyPr/>
          <a:lstStyle>
            <a:lvl1pPr>
              <a:defRPr sz="1395"/>
            </a:lvl1pPr>
          </a:lstStyle>
          <a:p>
            <a:pPr lvl="0" fontAlgn="base"/>
            <a:endParaRPr lang="zh-CN" altLang="en-US" strike="noStrike" noProof="1">
              <a:latin typeface="Arial" panose="020B0604020202020204" pitchFamily="34" charset="0"/>
            </a:endParaRPr>
          </a:p>
        </p:txBody>
      </p:sp>
      <p:sp>
        <p:nvSpPr>
          <p:cNvPr id="1029" name="页脚占位符 1028"/>
          <p:cNvSpPr>
            <a:spLocks noGrp="1"/>
          </p:cNvSpPr>
          <p:nvPr>
            <p:ph type="ftr" sz="quarter" idx="3"/>
          </p:nvPr>
        </p:nvSpPr>
        <p:spPr>
          <a:xfrm>
            <a:off x="4165245" y="6246644"/>
            <a:ext cx="3862352" cy="475858"/>
          </a:xfrm>
          <a:prstGeom prst="rect">
            <a:avLst/>
          </a:prstGeom>
          <a:noFill/>
          <a:ln w="9525">
            <a:noFill/>
          </a:ln>
        </p:spPr>
        <p:txBody>
          <a:bodyPr/>
          <a:lstStyle>
            <a:lvl1pPr algn="ctr">
              <a:defRPr sz="1395"/>
            </a:lvl1pPr>
          </a:lstStyle>
          <a:p>
            <a:pPr lvl="0" fontAlgn="base"/>
            <a:endParaRPr lang="zh-CN" altLang="en-US" strike="noStrike" noProof="1">
              <a:latin typeface="Arial" panose="020B0604020202020204" pitchFamily="34" charset="0"/>
            </a:endParaRPr>
          </a:p>
        </p:txBody>
      </p:sp>
      <p:sp>
        <p:nvSpPr>
          <p:cNvPr id="1030" name="灯片编号占位符 1029"/>
          <p:cNvSpPr>
            <a:spLocks noGrp="1"/>
          </p:cNvSpPr>
          <p:nvPr>
            <p:ph type="sldNum" sz="quarter" idx="4"/>
          </p:nvPr>
        </p:nvSpPr>
        <p:spPr>
          <a:xfrm>
            <a:off x="8739130" y="6246644"/>
            <a:ext cx="2844340" cy="475858"/>
          </a:xfrm>
          <a:prstGeom prst="rect">
            <a:avLst/>
          </a:prstGeom>
          <a:noFill/>
          <a:ln w="9525">
            <a:noFill/>
          </a:ln>
        </p:spPr>
        <p:txBody>
          <a:bodyPr/>
          <a:lstStyle>
            <a:lvl1pPr algn="r">
              <a:defRPr sz="1395"/>
            </a:lvl1p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lnSpc>
          <a:spcPct val="100000"/>
        </a:lnSpc>
        <a:spcBef>
          <a:spcPts val="95"/>
        </a:spcBef>
        <a:spcAft>
          <a:spcPct val="0"/>
        </a:spcAft>
        <a:buChar char="•"/>
        <a:defRPr sz="3200" b="0" i="0" u="none" kern="1200" baseline="0">
          <a:solidFill>
            <a:schemeClr val="tx1"/>
          </a:solidFill>
          <a:latin typeface="+mn-lt"/>
          <a:ea typeface="+mn-ea"/>
          <a:cs typeface="+mn-cs"/>
        </a:defRPr>
      </a:lvl1pPr>
      <a:lvl2pPr marL="742950" lvl="1" indent="-285750" algn="l" defTabSz="914400" eaLnBrk="1" fontAlgn="base" latinLnBrk="0" hangingPunct="1">
        <a:lnSpc>
          <a:spcPct val="100000"/>
        </a:lnSpc>
        <a:spcBef>
          <a:spcPts val="95"/>
        </a:spcBef>
        <a:spcAft>
          <a:spcPct val="0"/>
        </a:spcAft>
        <a:buChar char="–"/>
        <a:defRPr sz="2800" b="0" i="0" u="none" kern="1200" baseline="0">
          <a:solidFill>
            <a:schemeClr val="tx1"/>
          </a:solidFill>
          <a:latin typeface="+mn-lt"/>
          <a:ea typeface="+mn-ea"/>
          <a:cs typeface="+mn-cs"/>
        </a:defRPr>
      </a:lvl2pPr>
      <a:lvl3pPr marL="1143000" lvl="2" indent="-227965" algn="l" defTabSz="914400" eaLnBrk="1" fontAlgn="base" latinLnBrk="0" hangingPunct="1">
        <a:lnSpc>
          <a:spcPct val="100000"/>
        </a:lnSpc>
        <a:spcBef>
          <a:spcPts val="95"/>
        </a:spcBef>
        <a:spcAft>
          <a:spcPct val="0"/>
        </a:spcAft>
        <a:buChar char="•"/>
        <a:defRPr sz="2400" b="0" i="0" u="none" kern="1200" baseline="0">
          <a:solidFill>
            <a:schemeClr val="tx1"/>
          </a:solidFill>
          <a:latin typeface="+mn-lt"/>
          <a:ea typeface="+mn-ea"/>
          <a:cs typeface="+mn-cs"/>
        </a:defRPr>
      </a:lvl3pPr>
      <a:lvl4pPr marL="1600200" lvl="3" indent="-227965" algn="l" defTabSz="914400" eaLnBrk="1" fontAlgn="base" latinLnBrk="0" hangingPunct="1">
        <a:lnSpc>
          <a:spcPct val="100000"/>
        </a:lnSpc>
        <a:spcBef>
          <a:spcPts val="95"/>
        </a:spcBef>
        <a:spcAft>
          <a:spcPct val="0"/>
        </a:spcAft>
        <a:buChar char="–"/>
        <a:defRPr sz="2000" b="0" i="0" u="none" kern="1200" baseline="0">
          <a:solidFill>
            <a:schemeClr val="tx1"/>
          </a:solidFill>
          <a:latin typeface="+mn-lt"/>
          <a:ea typeface="+mn-ea"/>
          <a:cs typeface="+mn-cs"/>
        </a:defRPr>
      </a:lvl4pPr>
      <a:lvl5pPr marL="2057400" lvl="4" indent="-227965" algn="l" defTabSz="914400" eaLnBrk="1" fontAlgn="base" latinLnBrk="0" hangingPunct="1">
        <a:lnSpc>
          <a:spcPct val="100000"/>
        </a:lnSpc>
        <a:spcBef>
          <a:spcPts val="95"/>
        </a:spcBef>
        <a:spcAft>
          <a:spcPct val="0"/>
        </a:spcAft>
        <a:buChar char="»"/>
        <a:defRPr sz="2000" b="0" i="0" u="none" kern="1200" baseline="0">
          <a:solidFill>
            <a:schemeClr val="tx1"/>
          </a:solidFill>
          <a:latin typeface="+mn-lt"/>
          <a:ea typeface="+mn-ea"/>
          <a:cs typeface="+mn-cs"/>
        </a:defRPr>
      </a:lvl5pPr>
      <a:lvl6pPr marL="2514600" lvl="5" indent="-227965" algn="l" defTabSz="914400" eaLnBrk="1" fontAlgn="base" latinLnBrk="0" hangingPunct="1">
        <a:lnSpc>
          <a:spcPct val="100000"/>
        </a:lnSpc>
        <a:spcBef>
          <a:spcPts val="95"/>
        </a:spcBef>
        <a:spcAft>
          <a:spcPct val="0"/>
        </a:spcAft>
        <a:buChar char="»"/>
        <a:defRPr sz="2000" b="0" i="0" u="none" kern="1200" baseline="0">
          <a:solidFill>
            <a:schemeClr val="tx1"/>
          </a:solidFill>
          <a:latin typeface="+mn-lt"/>
          <a:ea typeface="+mn-ea"/>
          <a:cs typeface="+mn-cs"/>
        </a:defRPr>
      </a:lvl6pPr>
      <a:lvl7pPr marL="2971800" lvl="6" indent="-227965" algn="l" defTabSz="914400" eaLnBrk="1" fontAlgn="base" latinLnBrk="0" hangingPunct="1">
        <a:lnSpc>
          <a:spcPct val="100000"/>
        </a:lnSpc>
        <a:spcBef>
          <a:spcPts val="95"/>
        </a:spcBef>
        <a:spcAft>
          <a:spcPct val="0"/>
        </a:spcAft>
        <a:buChar char="»"/>
        <a:defRPr sz="2000" b="0" i="0" u="none" kern="1200" baseline="0">
          <a:solidFill>
            <a:schemeClr val="tx1"/>
          </a:solidFill>
          <a:latin typeface="+mn-lt"/>
          <a:ea typeface="+mn-ea"/>
          <a:cs typeface="+mn-cs"/>
        </a:defRPr>
      </a:lvl7pPr>
      <a:lvl8pPr marL="3429635" lvl="7" indent="-227965" algn="l" defTabSz="914400" eaLnBrk="1" fontAlgn="base" latinLnBrk="0" hangingPunct="1">
        <a:lnSpc>
          <a:spcPct val="100000"/>
        </a:lnSpc>
        <a:spcBef>
          <a:spcPts val="95"/>
        </a:spcBef>
        <a:spcAft>
          <a:spcPct val="0"/>
        </a:spcAft>
        <a:buChar char="»"/>
        <a:defRPr sz="2000" b="0" i="0" u="none" kern="1200" baseline="0">
          <a:solidFill>
            <a:schemeClr val="tx1"/>
          </a:solidFill>
          <a:latin typeface="+mn-lt"/>
          <a:ea typeface="+mn-ea"/>
          <a:cs typeface="+mn-cs"/>
        </a:defRPr>
      </a:lvl8pPr>
      <a:lvl9pPr marL="3886835" lvl="8" indent="-227965" algn="l" defTabSz="914400" eaLnBrk="1" fontAlgn="base" latinLnBrk="0" hangingPunct="1">
        <a:lnSpc>
          <a:spcPct val="100000"/>
        </a:lnSpc>
        <a:spcBef>
          <a:spcPts val="95"/>
        </a:spcBef>
        <a:spcAft>
          <a:spcPct val="0"/>
        </a:spcAft>
        <a:buChar char="»"/>
        <a:defRPr sz="2000" b="0" i="0" u="none" kern="1200" baseline="0">
          <a:solidFill>
            <a:schemeClr val="tx1"/>
          </a:solidFill>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None/>
        <a:defRPr sz="1795" b="0" i="0" u="none" kern="1200" baseline="0">
          <a:solidFill>
            <a:schemeClr val="tx1"/>
          </a:solidFill>
          <a:latin typeface="+mn-lt"/>
          <a:ea typeface="+mn-ea"/>
          <a:cs typeface="+mn-cs"/>
        </a:defRPr>
      </a:lvl1pPr>
      <a:lvl2pPr marL="457200" lvl="1" indent="0" algn="l" defTabSz="1161415"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1161415"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2235" lvl="3" indent="0" algn="l" defTabSz="1161415"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9435" lvl="4" indent="0" algn="l" defTabSz="1161415"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635" lvl="5" indent="0" algn="l" defTabSz="1161415"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835" lvl="6" indent="0" algn="l" defTabSz="1161415"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1035" lvl="7" indent="0" algn="l" defTabSz="1161415"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1161415"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2.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6" Type="http://schemas.openxmlformats.org/officeDocument/2006/relationships/notesSlide" Target="../notesSlides/notesSlide4.xml"/><Relationship Id="rId5" Type="http://schemas.openxmlformats.org/officeDocument/2006/relationships/vmlDrawing" Target="../drawings/vmlDrawing1.vml"/><Relationship Id="rId4" Type="http://schemas.openxmlformats.org/officeDocument/2006/relationships/slideLayout" Target="../slideLayouts/slideLayout2.xml"/><Relationship Id="rId3" Type="http://schemas.openxmlformats.org/officeDocument/2006/relationships/image" Target="../media/image6.png"/><Relationship Id="rId2" Type="http://schemas.openxmlformats.org/officeDocument/2006/relationships/image" Target="../media/image5.wmf"/><Relationship Id="rId1" Type="http://schemas.openxmlformats.org/officeDocument/2006/relationships/oleObject" Target="../embeddings/oleObject1.bin"/></Relationships>
</file>

<file path=ppt/slides/_rels/slide5.xml.rels><?xml version="1.0" encoding="UTF-8" standalone="yes"?>
<Relationships xmlns="http://schemas.openxmlformats.org/package/2006/relationships"><Relationship Id="rId7" Type="http://schemas.openxmlformats.org/officeDocument/2006/relationships/notesSlide" Target="../notesSlides/notesSlide5.xml"/><Relationship Id="rId6" Type="http://schemas.openxmlformats.org/officeDocument/2006/relationships/vmlDrawing" Target="../drawings/vmlDrawing2.vml"/><Relationship Id="rId5" Type="http://schemas.openxmlformats.org/officeDocument/2006/relationships/slideLayout" Target="../slideLayouts/slideLayout2.xml"/><Relationship Id="rId4" Type="http://schemas.openxmlformats.org/officeDocument/2006/relationships/image" Target="../media/image7.wmf"/><Relationship Id="rId3" Type="http://schemas.openxmlformats.org/officeDocument/2006/relationships/oleObject" Target="../embeddings/oleObject2.bin"/><Relationship Id="rId2" Type="http://schemas.openxmlformats.org/officeDocument/2006/relationships/chart" Target="../charts/chart2.xml"/><Relationship Id="rId1" Type="http://schemas.openxmlformats.org/officeDocument/2006/relationships/chart" Target="../charts/chart1.xml"/></Relationships>
</file>

<file path=ppt/slides/_rels/slide6.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vmlDrawing" Target="../drawings/vmlDrawing3.vml"/><Relationship Id="rId3" Type="http://schemas.openxmlformats.org/officeDocument/2006/relationships/slideLayout" Target="../slideLayouts/slideLayout2.xml"/><Relationship Id="rId2" Type="http://schemas.openxmlformats.org/officeDocument/2006/relationships/image" Target="../media/image8.wmf"/><Relationship Id="rId1" Type="http://schemas.openxmlformats.org/officeDocument/2006/relationships/oleObject" Target="../embeddings/oleObject3.bin"/></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2.xml"/><Relationship Id="rId2" Type="http://schemas.openxmlformats.org/officeDocument/2006/relationships/image" Target="../media/image9.png"/><Relationship Id="rId1" Type="http://schemas.openxmlformats.org/officeDocument/2006/relationships/tags" Target="../tags/tag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5" Type="http://schemas.openxmlformats.org/officeDocument/2006/relationships/notesSlide" Target="../notesSlides/notesSlide13.xml"/><Relationship Id="rId4" Type="http://schemas.openxmlformats.org/officeDocument/2006/relationships/vmlDrawing" Target="../drawings/vmlDrawing4.vml"/><Relationship Id="rId3" Type="http://schemas.openxmlformats.org/officeDocument/2006/relationships/slideLayout" Target="../slideLayouts/slideLayout2.xml"/><Relationship Id="rId2" Type="http://schemas.openxmlformats.org/officeDocument/2006/relationships/image" Target="../media/image10.wmf"/><Relationship Id="rId1" Type="http://schemas.openxmlformats.org/officeDocument/2006/relationships/oleObject" Target="../embeddings/oleObject4.bin"/></Relationships>
</file>

<file path=ppt/slides/_rels/slide14.xml.rels><?xml version="1.0" encoding="UTF-8" standalone="yes"?>
<Relationships xmlns="http://schemas.openxmlformats.org/package/2006/relationships"><Relationship Id="rId5" Type="http://schemas.openxmlformats.org/officeDocument/2006/relationships/notesSlide" Target="../notesSlides/notesSlide14.xml"/><Relationship Id="rId4" Type="http://schemas.openxmlformats.org/officeDocument/2006/relationships/vmlDrawing" Target="../drawings/vmlDrawing5.vml"/><Relationship Id="rId3" Type="http://schemas.openxmlformats.org/officeDocument/2006/relationships/slideLayout" Target="../slideLayouts/slideLayout2.xml"/><Relationship Id="rId2" Type="http://schemas.openxmlformats.org/officeDocument/2006/relationships/image" Target="../media/image11.wmf"/><Relationship Id="rId1" Type="http://schemas.openxmlformats.org/officeDocument/2006/relationships/oleObject" Target="../embeddings/oleObject5.bin"/></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tags" Target="../tags/tag4.xml"/><Relationship Id="rId4" Type="http://schemas.openxmlformats.org/officeDocument/2006/relationships/image" Target="../media/image2.png"/><Relationship Id="rId3" Type="http://schemas.openxmlformats.org/officeDocument/2006/relationships/tags" Target="../tags/tag3.xml"/><Relationship Id="rId2" Type="http://schemas.openxmlformats.org/officeDocument/2006/relationships/image" Target="../media/image12.png"/><Relationship Id="rId1" Type="http://schemas.openxmlformats.org/officeDocument/2006/relationships/tags" Target="../tags/tag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34000">
              <a:srgbClr val="1C1C1C">
                <a:alpha val="100000"/>
              </a:srgbClr>
            </a:gs>
            <a:gs pos="0">
              <a:srgbClr val="383838"/>
            </a:gs>
            <a:gs pos="100000">
              <a:schemeClr val="accent4"/>
            </a:gs>
          </a:gsLst>
          <a:lin ang="2400000" scaled="0"/>
        </a:gradFill>
        <a:effectLst/>
      </p:bgPr>
    </p:bg>
    <p:spTree>
      <p:nvGrpSpPr>
        <p:cNvPr id="1" name=""/>
        <p:cNvGrpSpPr/>
        <p:nvPr/>
      </p:nvGrpSpPr>
      <p:grpSpPr>
        <a:xfrm>
          <a:off x="0" y="0"/>
          <a:ext cx="0" cy="0"/>
          <a:chOff x="0" y="0"/>
          <a:chExt cx="0" cy="0"/>
        </a:xfrm>
      </p:grpSpPr>
      <p:pic>
        <p:nvPicPr>
          <p:cNvPr id="10" name="图片 9" descr="1_画板 1"/>
          <p:cNvPicPr preferRelativeResize="0">
            <a:picLocks noChangeAspect="1"/>
          </p:cNvPicPr>
          <p:nvPr/>
        </p:nvPicPr>
        <p:blipFill>
          <a:blip r:embed="rId1"/>
          <a:stretch>
            <a:fillRect/>
          </a:stretch>
        </p:blipFill>
        <p:spPr>
          <a:xfrm>
            <a:off x="6960235" y="635"/>
            <a:ext cx="6673215" cy="6857365"/>
          </a:xfrm>
          <a:prstGeom prst="rect">
            <a:avLst/>
          </a:prstGeom>
          <a:blipFill rotWithShape="1">
            <a:blip r:embed="rId1">
              <a:alphaModFix amt="51000"/>
            </a:blip>
            <a:stretch>
              <a:fillRect/>
            </a:stretch>
          </a:blipFill>
        </p:spPr>
      </p:pic>
      <p:sp>
        <p:nvSpPr>
          <p:cNvPr id="4098" name="文本框 2"/>
          <p:cNvSpPr txBox="1"/>
          <p:nvPr/>
        </p:nvSpPr>
        <p:spPr>
          <a:xfrm>
            <a:off x="2122765" y="2492375"/>
            <a:ext cx="6853555" cy="768350"/>
          </a:xfrm>
          <a:prstGeom prst="rect">
            <a:avLst/>
          </a:prstGeom>
          <a:noFill/>
          <a:ln w="9525">
            <a:noFill/>
          </a:ln>
        </p:spPr>
        <p:txBody>
          <a:bodyPr wrap="square" anchor="t" anchorCtr="0">
            <a:spAutoFit/>
          </a:bodyPr>
          <a:lstStyle/>
          <a:p>
            <a:pPr algn="l"/>
            <a:r>
              <a:rPr lang="zh-CN" altLang="en-US" sz="4400" dirty="0">
                <a:solidFill>
                  <a:schemeClr val="bg1"/>
                </a:solidFill>
                <a:latin typeface="微软雅黑" panose="020B0503020204020204" charset="-122"/>
                <a:ea typeface="微软雅黑" panose="020B0503020204020204" charset="-122"/>
                <a:cs typeface="微软雅黑" panose="020B0503020204020204" charset="-122"/>
              </a:rPr>
              <a:t>模组测温流程及代码详解</a:t>
            </a:r>
            <a:endParaRPr lang="zh-CN" altLang="en-US" sz="4400" dirty="0">
              <a:solidFill>
                <a:schemeClr val="bg1"/>
              </a:solidFill>
              <a:latin typeface="微软雅黑" panose="020B0503020204020204" charset="-122"/>
              <a:ea typeface="微软雅黑" panose="020B0503020204020204" charset="-122"/>
              <a:cs typeface="微软雅黑" panose="020B0503020204020204" charset="-122"/>
            </a:endParaRPr>
          </a:p>
        </p:txBody>
      </p:sp>
      <p:pic>
        <p:nvPicPr>
          <p:cNvPr id="3" name="图片 2" descr="未标题33_画板 1"/>
          <p:cNvPicPr>
            <a:picLocks noChangeAspect="1"/>
          </p:cNvPicPr>
          <p:nvPr/>
        </p:nvPicPr>
        <p:blipFill>
          <a:blip r:embed="rId2"/>
          <a:stretch>
            <a:fillRect/>
          </a:stretch>
        </p:blipFill>
        <p:spPr>
          <a:xfrm>
            <a:off x="695960" y="188595"/>
            <a:ext cx="1499235" cy="1351280"/>
          </a:xfrm>
          <a:prstGeom prst="rect">
            <a:avLst/>
          </a:prstGeom>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34000">
              <a:srgbClr val="1C1C1C"/>
            </a:gs>
            <a:gs pos="0">
              <a:srgbClr val="383838"/>
            </a:gs>
            <a:gs pos="100000">
              <a:schemeClr val="accent4"/>
            </a:gs>
          </a:gsLst>
          <a:lin ang="2400000" scaled="0"/>
        </a:gradFill>
        <a:effectLst/>
      </p:bgPr>
    </p:bg>
    <p:spTree>
      <p:nvGrpSpPr>
        <p:cNvPr id="1" name=""/>
        <p:cNvGrpSpPr/>
        <p:nvPr/>
      </p:nvGrpSpPr>
      <p:grpSpPr>
        <a:xfrm>
          <a:off x="0" y="0"/>
          <a:ext cx="0" cy="0"/>
          <a:chOff x="0" y="0"/>
          <a:chExt cx="0" cy="0"/>
        </a:xfrm>
      </p:grpSpPr>
      <p:sp>
        <p:nvSpPr>
          <p:cNvPr id="5123" name="文本框 3"/>
          <p:cNvSpPr txBox="1"/>
          <p:nvPr/>
        </p:nvSpPr>
        <p:spPr>
          <a:xfrm>
            <a:off x="552098" y="171450"/>
            <a:ext cx="1820862" cy="891540"/>
          </a:xfrm>
          <a:prstGeom prst="rect">
            <a:avLst/>
          </a:prstGeom>
          <a:noFill/>
          <a:ln w="9525">
            <a:noFill/>
          </a:ln>
        </p:spPr>
        <p:txBody>
          <a:bodyPr wrap="square" anchor="t" anchorCtr="0">
            <a:spAutoFit/>
          </a:bodyPr>
          <a:lstStyle/>
          <a:p>
            <a:r>
              <a:rPr lang="zh-CN" altLang="en-US" sz="3600">
                <a:solidFill>
                  <a:schemeClr val="bg1"/>
                </a:solidFill>
                <a:latin typeface="微软雅黑" panose="020B0503020204020204" charset="-122"/>
                <a:ea typeface="微软雅黑" panose="020B0503020204020204" charset="-122"/>
                <a:cs typeface="微软雅黑" panose="020B0503020204020204" charset="-122"/>
              </a:rPr>
              <a:t>目录</a:t>
            </a:r>
            <a:endParaRPr lang="zh-CN" altLang="en-US" sz="4000">
              <a:solidFill>
                <a:schemeClr val="bg1"/>
              </a:solidFill>
              <a:latin typeface="微软雅黑" panose="020B0503020204020204" charset="-122"/>
              <a:ea typeface="微软雅黑" panose="020B0503020204020204" charset="-122"/>
              <a:cs typeface="微软雅黑" panose="020B0503020204020204" charset="-122"/>
            </a:endParaRPr>
          </a:p>
          <a:p>
            <a:r>
              <a:rPr lang="en-US" altLang="zh-CN" sz="1600">
                <a:solidFill>
                  <a:schemeClr val="bg1"/>
                </a:solidFill>
                <a:latin typeface="微软雅黑" panose="020B0503020204020204" charset="-122"/>
                <a:ea typeface="微软雅黑" panose="020B0503020204020204" charset="-122"/>
                <a:cs typeface="微软雅黑" panose="020B0503020204020204" charset="-122"/>
              </a:rPr>
              <a:t> </a:t>
            </a:r>
            <a:r>
              <a:rPr lang="zh-CN" altLang="en-US" sz="1400">
                <a:solidFill>
                  <a:schemeClr val="bg1"/>
                </a:solidFill>
                <a:latin typeface="微软雅黑" panose="020B0503020204020204" charset="-122"/>
                <a:ea typeface="微软雅黑" panose="020B0503020204020204" charset="-122"/>
                <a:cs typeface="微软雅黑" panose="020B0503020204020204" charset="-122"/>
              </a:rPr>
              <a:t>CONTENT</a:t>
            </a:r>
            <a:endParaRPr lang="zh-CN" altLang="en-US" sz="140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3" name="椭圆 2"/>
          <p:cNvSpPr/>
          <p:nvPr/>
        </p:nvSpPr>
        <p:spPr>
          <a:xfrm>
            <a:off x="600707" y="2895114"/>
            <a:ext cx="671830" cy="671830"/>
          </a:xfrm>
          <a:prstGeom prst="ellipse">
            <a:avLst/>
          </a:prstGeom>
          <a:gradFill>
            <a:gsLst>
              <a:gs pos="0">
                <a:srgbClr val="C00000"/>
              </a:gs>
              <a:gs pos="100000">
                <a:srgbClr val="7030A0"/>
              </a:gs>
            </a:gsLst>
            <a:lin ang="11700000" scaled="0"/>
          </a:gradFill>
          <a:ln w="19050">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fontAlgn="base"/>
            <a:endParaRPr lang="zh-CN" altLang="en-US" strike="noStrike" noProof="1"/>
          </a:p>
        </p:txBody>
      </p:sp>
      <p:sp>
        <p:nvSpPr>
          <p:cNvPr id="5126" name="文本框 3"/>
          <p:cNvSpPr txBox="1"/>
          <p:nvPr/>
        </p:nvSpPr>
        <p:spPr>
          <a:xfrm>
            <a:off x="745170" y="2969727"/>
            <a:ext cx="381635" cy="521970"/>
          </a:xfrm>
          <a:prstGeom prst="rect">
            <a:avLst/>
          </a:prstGeom>
          <a:noFill/>
          <a:ln w="9525">
            <a:noFill/>
          </a:ln>
        </p:spPr>
        <p:txBody>
          <a:bodyPr wrap="square" anchor="t" anchorCtr="0">
            <a:spAutoFit/>
          </a:bodyPr>
          <a:lstStyle/>
          <a:p>
            <a:r>
              <a:rPr lang="en-US" altLang="zh-CN" sz="2800" dirty="0">
                <a:solidFill>
                  <a:schemeClr val="bg1"/>
                </a:solidFill>
                <a:latin typeface="微软雅黑" panose="020B0503020204020204" charset="-122"/>
                <a:ea typeface="微软雅黑" panose="020B0503020204020204" charset="-122"/>
              </a:rPr>
              <a:t>2</a:t>
            </a:r>
            <a:endParaRPr lang="en-US" altLang="zh-CN" sz="2800" dirty="0">
              <a:solidFill>
                <a:schemeClr val="bg1"/>
              </a:solidFill>
              <a:latin typeface="微软雅黑" panose="020B0503020204020204" charset="-122"/>
              <a:ea typeface="微软雅黑" panose="020B0503020204020204" charset="-122"/>
            </a:endParaRPr>
          </a:p>
        </p:txBody>
      </p:sp>
      <p:sp>
        <p:nvSpPr>
          <p:cNvPr id="9" name="文本框 8"/>
          <p:cNvSpPr txBox="1"/>
          <p:nvPr/>
        </p:nvSpPr>
        <p:spPr>
          <a:xfrm>
            <a:off x="1559560" y="3000998"/>
            <a:ext cx="2877939" cy="460375"/>
          </a:xfrm>
          <a:prstGeom prst="rect">
            <a:avLst/>
          </a:prstGeom>
          <a:noFill/>
        </p:spPr>
        <p:txBody>
          <a:bodyPr wrap="square" rtlCol="0">
            <a:spAutoFit/>
          </a:bodyPr>
          <a:lstStyle/>
          <a:p>
            <a:r>
              <a:rPr lang="zh-CN" altLang="en-US" sz="2400" noProof="1" smtClean="0">
                <a:solidFill>
                  <a:schemeClr val="bg1"/>
                </a:solidFill>
                <a:effectLst>
                  <a:outerShdw blurRad="38100" dist="38100" dir="2700000" algn="tl">
                    <a:srgbClr val="000000">
                      <a:alpha val="30000"/>
                    </a:srgbClr>
                  </a:outerShdw>
                </a:effectLst>
                <a:latin typeface="宋体" panose="02010600030101010101" pitchFamily="2" charset="-122"/>
                <a:cs typeface="微软雅黑" panose="020B0503020204020204" charset="-122"/>
                <a:sym typeface="+mn-ea"/>
              </a:rPr>
              <a:t>测温模块详细介绍</a:t>
            </a:r>
            <a:endParaRPr lang="zh-CN" altLang="en-US" sz="2400" noProof="1" smtClean="0">
              <a:solidFill>
                <a:schemeClr val="bg1"/>
              </a:solidFill>
              <a:effectLst>
                <a:outerShdw blurRad="38100" dist="38100" dir="2700000" algn="tl">
                  <a:srgbClr val="000000">
                    <a:alpha val="30000"/>
                  </a:srgbClr>
                </a:outerShdw>
              </a:effectLst>
              <a:latin typeface="宋体" panose="02010600030101010101" pitchFamily="2" charset="-122"/>
              <a:cs typeface="微软雅黑" panose="020B0503020204020204" charset="-122"/>
              <a:sym typeface="+mn-ea"/>
            </a:endParaRPr>
          </a:p>
        </p:txBody>
      </p:sp>
      <p:sp>
        <p:nvSpPr>
          <p:cNvPr id="11" name="文本框 10"/>
          <p:cNvSpPr txBox="1"/>
          <p:nvPr/>
        </p:nvSpPr>
        <p:spPr>
          <a:xfrm>
            <a:off x="1632104" y="4313451"/>
            <a:ext cx="1402080" cy="460375"/>
          </a:xfrm>
          <a:prstGeom prst="rect">
            <a:avLst/>
          </a:prstGeom>
          <a:noFill/>
        </p:spPr>
        <p:txBody>
          <a:bodyPr wrap="none" rtlCol="0">
            <a:spAutoFit/>
          </a:bodyPr>
          <a:lstStyle/>
          <a:p>
            <a:pPr>
              <a:defRPr/>
            </a:pPr>
            <a:r>
              <a:rPr lang="zh-CN" sz="2400" dirty="0">
                <a:solidFill>
                  <a:schemeClr val="bg1"/>
                </a:solidFill>
              </a:rPr>
              <a:t>其他功能</a:t>
            </a:r>
            <a:endParaRPr lang="zh-CN" sz="2400" dirty="0">
              <a:solidFill>
                <a:schemeClr val="bg1"/>
              </a:solidFill>
            </a:endParaRPr>
          </a:p>
        </p:txBody>
      </p:sp>
      <p:pic>
        <p:nvPicPr>
          <p:cNvPr id="14" name="图片 13" descr="未标题33_画板 1"/>
          <p:cNvPicPr>
            <a:picLocks noChangeAspect="1"/>
          </p:cNvPicPr>
          <p:nvPr/>
        </p:nvPicPr>
        <p:blipFill>
          <a:blip r:embed="rId1"/>
          <a:stretch>
            <a:fillRect/>
          </a:stretch>
        </p:blipFill>
        <p:spPr>
          <a:xfrm>
            <a:off x="10561320" y="-58420"/>
            <a:ext cx="1499235" cy="1351280"/>
          </a:xfrm>
          <a:prstGeom prst="rect">
            <a:avLst/>
          </a:prstGeom>
        </p:spPr>
      </p:pic>
      <p:sp>
        <p:nvSpPr>
          <p:cNvPr id="16" name="椭圆 15"/>
          <p:cNvSpPr/>
          <p:nvPr/>
        </p:nvSpPr>
        <p:spPr>
          <a:xfrm>
            <a:off x="634524" y="4212486"/>
            <a:ext cx="671830" cy="671830"/>
          </a:xfrm>
          <a:prstGeom prst="ellipse">
            <a:avLst/>
          </a:prstGeom>
          <a:gradFill>
            <a:gsLst>
              <a:gs pos="0">
                <a:srgbClr val="C00000"/>
              </a:gs>
              <a:gs pos="100000">
                <a:srgbClr val="7030A0"/>
              </a:gs>
            </a:gsLst>
            <a:lin ang="11700000" scaled="0"/>
          </a:gradFill>
          <a:ln w="19050">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fontAlgn="base"/>
            <a:endParaRPr lang="zh-CN" altLang="en-US" strike="noStrike" noProof="1"/>
          </a:p>
        </p:txBody>
      </p:sp>
      <p:sp>
        <p:nvSpPr>
          <p:cNvPr id="17" name="文本框 3"/>
          <p:cNvSpPr txBox="1"/>
          <p:nvPr/>
        </p:nvSpPr>
        <p:spPr>
          <a:xfrm>
            <a:off x="778987" y="4287099"/>
            <a:ext cx="381635" cy="521970"/>
          </a:xfrm>
          <a:prstGeom prst="rect">
            <a:avLst/>
          </a:prstGeom>
          <a:noFill/>
          <a:ln w="9525">
            <a:noFill/>
          </a:ln>
        </p:spPr>
        <p:txBody>
          <a:bodyPr wrap="square" anchor="t" anchorCtr="0">
            <a:spAutoFit/>
          </a:bodyPr>
          <a:lstStyle/>
          <a:p>
            <a:r>
              <a:rPr lang="en-US" altLang="zh-CN" sz="2800" dirty="0">
                <a:solidFill>
                  <a:schemeClr val="bg1"/>
                </a:solidFill>
                <a:latin typeface="微软雅黑" panose="020B0503020204020204" charset="-122"/>
                <a:ea typeface="微软雅黑" panose="020B0503020204020204" charset="-122"/>
              </a:rPr>
              <a:t>3</a:t>
            </a:r>
            <a:endParaRPr lang="en-US" altLang="zh-CN" sz="2800" dirty="0">
              <a:solidFill>
                <a:schemeClr val="bg1"/>
              </a:solidFill>
              <a:latin typeface="微软雅黑" panose="020B0503020204020204" charset="-122"/>
              <a:ea typeface="微软雅黑" panose="020B0503020204020204" charset="-122"/>
            </a:endParaRPr>
          </a:p>
        </p:txBody>
      </p:sp>
      <p:sp>
        <p:nvSpPr>
          <p:cNvPr id="24" name="椭圆 23"/>
          <p:cNvSpPr/>
          <p:nvPr/>
        </p:nvSpPr>
        <p:spPr>
          <a:xfrm>
            <a:off x="628958" y="1597890"/>
            <a:ext cx="671830" cy="671830"/>
          </a:xfrm>
          <a:prstGeom prst="ellipse">
            <a:avLst/>
          </a:prstGeom>
          <a:gradFill>
            <a:gsLst>
              <a:gs pos="0">
                <a:srgbClr val="C00000"/>
              </a:gs>
              <a:gs pos="100000">
                <a:srgbClr val="7030A0"/>
              </a:gs>
            </a:gsLst>
            <a:lin ang="11700000" scaled="0"/>
          </a:gradFill>
          <a:ln w="19050">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fontAlgn="base"/>
            <a:endParaRPr lang="zh-CN" altLang="en-US" strike="noStrike" noProof="1"/>
          </a:p>
        </p:txBody>
      </p:sp>
      <p:sp>
        <p:nvSpPr>
          <p:cNvPr id="25" name="文本框 3"/>
          <p:cNvSpPr txBox="1"/>
          <p:nvPr/>
        </p:nvSpPr>
        <p:spPr>
          <a:xfrm>
            <a:off x="773421" y="1672503"/>
            <a:ext cx="381635" cy="521970"/>
          </a:xfrm>
          <a:prstGeom prst="rect">
            <a:avLst/>
          </a:prstGeom>
          <a:noFill/>
          <a:ln w="9525">
            <a:noFill/>
          </a:ln>
        </p:spPr>
        <p:txBody>
          <a:bodyPr wrap="square" anchor="t" anchorCtr="0">
            <a:spAutoFit/>
          </a:bodyPr>
          <a:lstStyle/>
          <a:p>
            <a:r>
              <a:rPr lang="en-US" altLang="zh-CN" sz="2800" dirty="0">
                <a:solidFill>
                  <a:schemeClr val="bg1"/>
                </a:solidFill>
                <a:latin typeface="微软雅黑" panose="020B0503020204020204" charset="-122"/>
                <a:ea typeface="微软雅黑" panose="020B0503020204020204" charset="-122"/>
              </a:rPr>
              <a:t>1</a:t>
            </a:r>
            <a:endParaRPr lang="en-US" altLang="zh-CN" sz="2800" dirty="0">
              <a:solidFill>
                <a:schemeClr val="bg1"/>
              </a:solidFill>
              <a:latin typeface="微软雅黑" panose="020B0503020204020204" charset="-122"/>
              <a:ea typeface="微软雅黑" panose="020B0503020204020204" charset="-122"/>
            </a:endParaRPr>
          </a:p>
        </p:txBody>
      </p:sp>
      <p:sp>
        <p:nvSpPr>
          <p:cNvPr id="34" name="文本框 8"/>
          <p:cNvSpPr txBox="1"/>
          <p:nvPr/>
        </p:nvSpPr>
        <p:spPr>
          <a:xfrm>
            <a:off x="1559271" y="1734415"/>
            <a:ext cx="2487295" cy="460375"/>
          </a:xfrm>
          <a:prstGeom prst="rect">
            <a:avLst/>
          </a:prstGeom>
          <a:noFill/>
        </p:spPr>
        <p:txBody>
          <a:bodyPr wrap="square" rtlCol="0">
            <a:spAutoFit/>
          </a:bodyPr>
          <a:lstStyle/>
          <a:p>
            <a:pPr>
              <a:defRPr/>
            </a:pPr>
            <a:r>
              <a:rPr lang="zh-CN" altLang="en-US" sz="2400" dirty="0">
                <a:solidFill>
                  <a:schemeClr val="bg1"/>
                </a:solidFill>
              </a:rPr>
              <a:t>模组测温流程</a:t>
            </a:r>
            <a:endParaRPr lang="zh-CN" altLang="en-US" sz="2400" dirty="0">
              <a:solidFill>
                <a:schemeClr val="bg1"/>
              </a:solidFill>
            </a:endParaRPr>
          </a:p>
        </p:txBody>
      </p:sp>
      <p:sp>
        <p:nvSpPr>
          <p:cNvPr id="2" name="文本框 1"/>
          <p:cNvSpPr txBox="1"/>
          <p:nvPr/>
        </p:nvSpPr>
        <p:spPr>
          <a:xfrm>
            <a:off x="1615594" y="5516776"/>
            <a:ext cx="1402080" cy="460375"/>
          </a:xfrm>
          <a:prstGeom prst="rect">
            <a:avLst/>
          </a:prstGeom>
          <a:noFill/>
        </p:spPr>
        <p:txBody>
          <a:bodyPr wrap="none" rtlCol="0">
            <a:spAutoFit/>
          </a:bodyPr>
          <a:p>
            <a:pPr>
              <a:defRPr/>
            </a:pPr>
            <a:r>
              <a:rPr lang="zh-CN" sz="2400" dirty="0">
                <a:solidFill>
                  <a:schemeClr val="bg1"/>
                </a:solidFill>
              </a:rPr>
              <a:t>代码详解</a:t>
            </a:r>
            <a:endParaRPr lang="zh-CN" sz="2400" dirty="0">
              <a:solidFill>
                <a:schemeClr val="bg1"/>
              </a:solidFill>
            </a:endParaRPr>
          </a:p>
        </p:txBody>
      </p:sp>
      <p:sp>
        <p:nvSpPr>
          <p:cNvPr id="4" name="椭圆 3"/>
          <p:cNvSpPr/>
          <p:nvPr/>
        </p:nvSpPr>
        <p:spPr>
          <a:xfrm>
            <a:off x="618014" y="5415811"/>
            <a:ext cx="671830" cy="671830"/>
          </a:xfrm>
          <a:prstGeom prst="ellipse">
            <a:avLst/>
          </a:prstGeom>
          <a:gradFill>
            <a:gsLst>
              <a:gs pos="0">
                <a:srgbClr val="C00000"/>
              </a:gs>
              <a:gs pos="100000">
                <a:srgbClr val="7030A0"/>
              </a:gs>
            </a:gsLst>
            <a:lin ang="11700000" scaled="0"/>
          </a:gradFill>
          <a:ln w="19050">
            <a:noFill/>
          </a:ln>
        </p:spPr>
        <p:style>
          <a:lnRef idx="2">
            <a:schemeClr val="accent4">
              <a:shade val="50000"/>
            </a:schemeClr>
          </a:lnRef>
          <a:fillRef idx="1">
            <a:schemeClr val="accent4"/>
          </a:fillRef>
          <a:effectRef idx="0">
            <a:schemeClr val="accent4"/>
          </a:effectRef>
          <a:fontRef idx="minor">
            <a:schemeClr val="lt1"/>
          </a:fontRef>
        </p:style>
        <p:txBody>
          <a:bodyPr rtlCol="0" anchor="ctr"/>
          <a:p>
            <a:pPr algn="ctr" fontAlgn="base"/>
            <a:endParaRPr lang="zh-CN" altLang="en-US" strike="noStrike" noProof="1"/>
          </a:p>
        </p:txBody>
      </p:sp>
      <p:sp>
        <p:nvSpPr>
          <p:cNvPr id="5" name="文本框 3"/>
          <p:cNvSpPr txBox="1"/>
          <p:nvPr/>
        </p:nvSpPr>
        <p:spPr>
          <a:xfrm>
            <a:off x="762477" y="5490424"/>
            <a:ext cx="381635" cy="521970"/>
          </a:xfrm>
          <a:prstGeom prst="rect">
            <a:avLst/>
          </a:prstGeom>
          <a:noFill/>
          <a:ln w="9525">
            <a:noFill/>
          </a:ln>
        </p:spPr>
        <p:txBody>
          <a:bodyPr wrap="square" anchor="t" anchorCtr="0">
            <a:spAutoFit/>
          </a:bodyPr>
          <a:p>
            <a:r>
              <a:rPr lang="en-US" altLang="zh-CN" sz="2800" dirty="0">
                <a:solidFill>
                  <a:schemeClr val="bg1"/>
                </a:solidFill>
                <a:latin typeface="微软雅黑" panose="020B0503020204020204" charset="-122"/>
                <a:ea typeface="微软雅黑" panose="020B0503020204020204" charset="-122"/>
              </a:rPr>
              <a:t>4</a:t>
            </a:r>
            <a:endParaRPr lang="en-US" altLang="zh-CN" sz="2800" dirty="0">
              <a:solidFill>
                <a:schemeClr val="bg1"/>
              </a:solidFill>
              <a:latin typeface="微软雅黑" panose="020B0503020204020204" charset="-122"/>
              <a:ea typeface="微软雅黑" panose="020B0503020204020204"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矩形 33"/>
          <p:cNvSpPr/>
          <p:nvPr/>
        </p:nvSpPr>
        <p:spPr>
          <a:xfrm>
            <a:off x="635" y="268605"/>
            <a:ext cx="12192000" cy="38989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noProof="1" smtClean="0">
                <a:solidFill>
                  <a:srgbClr val="FFFFFF"/>
                </a:solidFill>
                <a:sym typeface="+mn-ea"/>
              </a:rPr>
              <a:t> </a:t>
            </a:r>
            <a:r>
              <a:rPr lang="zh-CN" altLang="en-US" sz="2400" b="1" noProof="1" smtClean="0">
                <a:solidFill>
                  <a:srgbClr val="FFFFFF"/>
                </a:solidFill>
                <a:latin typeface="微软雅黑" panose="020B0503020204020204" charset="-122"/>
                <a:ea typeface="微软雅黑" panose="020B0503020204020204" charset="-122"/>
                <a:sym typeface="+mn-ea"/>
              </a:rPr>
              <a:t>一</a:t>
            </a:r>
            <a:r>
              <a:rPr lang="en-US" altLang="zh-CN" sz="2400" b="1" noProof="1" smtClean="0">
                <a:solidFill>
                  <a:srgbClr val="FFFFFF"/>
                </a:solidFill>
                <a:latin typeface="微软雅黑" panose="020B0503020204020204" charset="-122"/>
                <a:ea typeface="微软雅黑" panose="020B0503020204020204" charset="-122"/>
                <a:sym typeface="+mn-ea"/>
              </a:rPr>
              <a:t>.</a:t>
            </a:r>
            <a:r>
              <a:rPr lang="zh-CN" altLang="en-US" sz="2400" b="1" dirty="0" smtClean="0">
                <a:solidFill>
                  <a:schemeClr val="bg1"/>
                </a:solidFill>
                <a:latin typeface="宋体" panose="02010600030101010101" pitchFamily="2" charset="-122"/>
                <a:cs typeface="Arial Unicode MS" panose="020B0604020202020204" pitchFamily="34" charset="-122"/>
              </a:rPr>
              <a:t>模组测温流程</a:t>
            </a:r>
            <a:endParaRPr lang="en-US" altLang="zh-CN" sz="2400" b="1" dirty="0">
              <a:solidFill>
                <a:schemeClr val="bg1"/>
              </a:solidFill>
              <a:latin typeface="宋体" panose="02010600030101010101" pitchFamily="2" charset="-122"/>
              <a:cs typeface="Arial Unicode MS" panose="020B0604020202020204" pitchFamily="34" charset="-122"/>
            </a:endParaRPr>
          </a:p>
        </p:txBody>
      </p:sp>
      <p:pic>
        <p:nvPicPr>
          <p:cNvPr id="7" name="图片 6" descr="模组测温流程(1)"/>
          <p:cNvPicPr>
            <a:picLocks noChangeAspect="1"/>
          </p:cNvPicPr>
          <p:nvPr/>
        </p:nvPicPr>
        <p:blipFill>
          <a:blip r:embed="rId1"/>
          <a:stretch>
            <a:fillRect/>
          </a:stretch>
        </p:blipFill>
        <p:spPr>
          <a:xfrm>
            <a:off x="767715" y="1264285"/>
            <a:ext cx="4853305" cy="5272405"/>
          </a:xfrm>
          <a:prstGeom prst="rect">
            <a:avLst/>
          </a:prstGeom>
        </p:spPr>
      </p:pic>
      <p:pic>
        <p:nvPicPr>
          <p:cNvPr id="8" name="图片 7" descr="模组测温流程（2）"/>
          <p:cNvPicPr>
            <a:picLocks noChangeAspect="1"/>
          </p:cNvPicPr>
          <p:nvPr/>
        </p:nvPicPr>
        <p:blipFill>
          <a:blip r:embed="rId2"/>
          <a:stretch>
            <a:fillRect/>
          </a:stretch>
        </p:blipFill>
        <p:spPr>
          <a:xfrm>
            <a:off x="6888480" y="1264285"/>
            <a:ext cx="3242945" cy="5276850"/>
          </a:xfrm>
          <a:prstGeom prst="rect">
            <a:avLst/>
          </a:prstGeom>
        </p:spPr>
      </p:pic>
    </p:spTree>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矩形 30"/>
          <p:cNvSpPr/>
          <p:nvPr/>
        </p:nvSpPr>
        <p:spPr>
          <a:xfrm>
            <a:off x="324000" y="756000"/>
            <a:ext cx="2160000" cy="540000"/>
          </a:xfrm>
          <a:prstGeom prst="rect">
            <a:avLst/>
          </a:prstGeom>
        </p:spPr>
        <p:txBody>
          <a:bodyPr wrap="none">
            <a:spAutoFit/>
          </a:bodyPr>
          <a:lstStyle/>
          <a:p>
            <a:pPr fontAlgn="auto">
              <a:lnSpc>
                <a:spcPct val="150000"/>
              </a:lnSpc>
            </a:pPr>
            <a:r>
              <a:rPr lang="en-US" altLang="zh-CN" sz="2000" b="1" dirty="0" smtClean="0">
                <a:latin typeface="微软雅黑" panose="020B0503020204020204" charset="-122"/>
                <a:ea typeface="微软雅黑" panose="020B0503020204020204" charset="-122"/>
              </a:rPr>
              <a:t>2.1 </a:t>
            </a:r>
            <a:r>
              <a:rPr lang="zh-CN" altLang="en-US" sz="2000" b="1" dirty="0" smtClean="0">
                <a:latin typeface="微软雅黑" panose="020B0503020204020204" charset="-122"/>
                <a:ea typeface="微软雅黑" panose="020B0503020204020204" charset="-122"/>
              </a:rPr>
              <a:t>镜筒温漂修正</a:t>
            </a:r>
            <a:endParaRPr lang="zh-CN" altLang="en-US" sz="2000" b="1" dirty="0" smtClean="0">
              <a:latin typeface="微软雅黑" panose="020B0503020204020204" charset="-122"/>
              <a:ea typeface="微软雅黑" panose="020B0503020204020204" charset="-122"/>
            </a:endParaRPr>
          </a:p>
        </p:txBody>
      </p:sp>
      <p:sp>
        <p:nvSpPr>
          <p:cNvPr id="34" name="矩形 33"/>
          <p:cNvSpPr/>
          <p:nvPr/>
        </p:nvSpPr>
        <p:spPr>
          <a:xfrm>
            <a:off x="635" y="268605"/>
            <a:ext cx="12192000" cy="38989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noProof="1" smtClean="0">
                <a:solidFill>
                  <a:srgbClr val="FFFFFF"/>
                </a:solidFill>
                <a:sym typeface="+mn-ea"/>
              </a:rPr>
              <a:t> </a:t>
            </a:r>
            <a:r>
              <a:rPr lang="zh-CN" altLang="en-US" sz="2400" b="1" noProof="1" smtClean="0">
                <a:solidFill>
                  <a:srgbClr val="FFFFFF"/>
                </a:solidFill>
                <a:latin typeface="微软雅黑" panose="020B0503020204020204" charset="-122"/>
                <a:ea typeface="微软雅黑" panose="020B0503020204020204" charset="-122"/>
                <a:sym typeface="+mn-ea"/>
              </a:rPr>
              <a:t>二</a:t>
            </a:r>
            <a:r>
              <a:rPr lang="en-US" altLang="zh-CN" sz="2400" b="1" noProof="1" smtClean="0">
                <a:solidFill>
                  <a:srgbClr val="FFFFFF"/>
                </a:solidFill>
                <a:latin typeface="微软雅黑" panose="020B0503020204020204" charset="-122"/>
                <a:ea typeface="微软雅黑" panose="020B0503020204020204" charset="-122"/>
                <a:sym typeface="+mn-ea"/>
              </a:rPr>
              <a:t>.</a:t>
            </a:r>
            <a:r>
              <a:rPr lang="zh-CN" altLang="en-US" sz="2400" b="1" noProof="1" smtClean="0">
                <a:solidFill>
                  <a:srgbClr val="FFFFFF"/>
                </a:solidFill>
                <a:latin typeface="微软雅黑" panose="020B0503020204020204" charset="-122"/>
                <a:ea typeface="微软雅黑" panose="020B0503020204020204" charset="-122"/>
                <a:sym typeface="+mn-ea"/>
              </a:rPr>
              <a:t>测温模块详细介绍</a:t>
            </a:r>
            <a:endParaRPr lang="zh-CN" altLang="en-US" sz="2400" b="1" noProof="1" dirty="0" smtClean="0">
              <a:solidFill>
                <a:srgbClr val="FFFFFF"/>
              </a:solidFill>
              <a:latin typeface="微软雅黑" panose="020B0503020204020204" charset="-122"/>
              <a:ea typeface="微软雅黑" panose="020B0503020204020204" charset="-122"/>
              <a:cs typeface="Arial Unicode MS" panose="020B0604020202020204" pitchFamily="34" charset="-122"/>
              <a:sym typeface="+mn-ea"/>
            </a:endParaRPr>
          </a:p>
        </p:txBody>
      </p:sp>
      <p:sp>
        <p:nvSpPr>
          <p:cNvPr id="23" name="文本框 22"/>
          <p:cNvSpPr txBox="1"/>
          <p:nvPr/>
        </p:nvSpPr>
        <p:spPr>
          <a:xfrm>
            <a:off x="539750" y="1764030"/>
            <a:ext cx="8280000" cy="3138170"/>
          </a:xfrm>
          <a:prstGeom prst="rect">
            <a:avLst/>
          </a:prstGeom>
          <a:noFill/>
        </p:spPr>
        <p:txBody>
          <a:bodyPr wrap="square" rtlCol="0">
            <a:spAutoFit/>
          </a:bodyPr>
          <a:p>
            <a:r>
              <a:rPr lang="zh-CN" altLang="en-US">
                <a:solidFill>
                  <a:srgbClr val="FF0000"/>
                </a:solidFill>
              </a:rPr>
              <a:t>镜筒温漂</a:t>
            </a:r>
            <a:r>
              <a:rPr lang="zh-CN" altLang="en-US"/>
              <a:t>：</a:t>
            </a:r>
            <a:r>
              <a:t>设备在没有完全达到热平衡之前，每两次打快门期间，因为焦温和镜</a:t>
            </a:r>
          </a:p>
          <a:p/>
          <a:p>
            <a:r>
              <a:t>筒温度一直在发生变化（一般情况下是上升），而快门本底却不能实时进行更新，</a:t>
            </a:r>
          </a:p>
          <a:p/>
          <a:p>
            <a:r>
              <a:t>因此会存在一个温度持续上升</a:t>
            </a:r>
            <a:r>
              <a:rPr lang="zh-CN"/>
              <a:t>（或持续下降）</a:t>
            </a:r>
            <a:r>
              <a:t>的过程，直到下一次打快门时温度</a:t>
            </a:r>
          </a:p>
          <a:p/>
          <a:p>
            <a:r>
              <a:t>才恢复</a:t>
            </a:r>
            <a:r>
              <a:rPr lang="zh-CN"/>
              <a:t>。（可以发现</a:t>
            </a:r>
            <a:r>
              <a:rPr lang="en-US" altLang="zh-CN"/>
              <a:t>Y16</a:t>
            </a:r>
            <a:r>
              <a:rPr lang="zh-CN" altLang="en-US"/>
              <a:t>呈现周期性的变化。）</a:t>
            </a:r>
            <a:endParaRPr lang="zh-CN"/>
          </a:p>
          <a:p/>
          <a:p>
            <a:r>
              <a:rPr lang="zh-CN" altLang="en-US">
                <a:solidFill>
                  <a:srgbClr val="FF0000"/>
                </a:solidFill>
              </a:rPr>
              <a:t>镜筒温漂修正公式</a:t>
            </a:r>
            <a:r>
              <a:rPr lang="zh-CN" altLang="en-US"/>
              <a:t>如下：</a:t>
            </a:r>
            <a:endParaRPr lang="zh-CN" altLang="en-US"/>
          </a:p>
          <a:p>
            <a:endParaRPr lang="zh-CN" altLang="en-US"/>
          </a:p>
          <a:p>
            <a:r>
              <a:rPr lang="en-US" altLang="zh-CN"/>
              <a:t> </a:t>
            </a:r>
            <a:endParaRPr lang="zh-CN" altLang="en-US"/>
          </a:p>
        </p:txBody>
      </p:sp>
      <p:graphicFrame>
        <p:nvGraphicFramePr>
          <p:cNvPr id="2" name="对象 -2147482618"/>
          <p:cNvGraphicFramePr>
            <a:graphicFrameLocks noChangeAspect="1"/>
          </p:cNvGraphicFramePr>
          <p:nvPr/>
        </p:nvGraphicFramePr>
        <p:xfrm>
          <a:off x="1487805" y="4436745"/>
          <a:ext cx="5660390" cy="299085"/>
        </p:xfrm>
        <a:graphic>
          <a:graphicData uri="http://schemas.openxmlformats.org/presentationml/2006/ole">
            <mc:AlternateContent xmlns:mc="http://schemas.openxmlformats.org/markup-compatibility/2006">
              <mc:Choice xmlns:v="urn:schemas-microsoft-com:vml" Requires="v">
                <p:oleObj spid="_x0000_s3076" name="" r:id="rId1" imgW="4089400" imgH="215900" progId="Equation.KSEE3">
                  <p:embed/>
                </p:oleObj>
              </mc:Choice>
              <mc:Fallback>
                <p:oleObj name="" r:id="rId1" imgW="4089400" imgH="215900" progId="Equation.KSEE3">
                  <p:embed/>
                  <p:pic>
                    <p:nvPicPr>
                      <p:cNvPr id="0" name="图片 3075"/>
                      <p:cNvPicPr/>
                      <p:nvPr/>
                    </p:nvPicPr>
                    <p:blipFill>
                      <a:blip r:embed="rId2"/>
                      <a:stretch>
                        <a:fillRect/>
                      </a:stretch>
                    </p:blipFill>
                    <p:spPr>
                      <a:xfrm>
                        <a:off x="1487805" y="4436745"/>
                        <a:ext cx="5660390" cy="299085"/>
                      </a:xfrm>
                      <a:prstGeom prst="rect">
                        <a:avLst/>
                      </a:prstGeom>
                      <a:noFill/>
                      <a:ln w="38100">
                        <a:noFill/>
                        <a:miter/>
                      </a:ln>
                    </p:spPr>
                  </p:pic>
                </p:oleObj>
              </mc:Fallback>
            </mc:AlternateContent>
          </a:graphicData>
        </a:graphic>
      </p:graphicFrame>
      <p:pic>
        <p:nvPicPr>
          <p:cNvPr id="17" name="图片 17" descr="镜筒温漂情况"/>
          <p:cNvPicPr>
            <a:picLocks noChangeAspect="1"/>
          </p:cNvPicPr>
          <p:nvPr/>
        </p:nvPicPr>
        <p:blipFill>
          <a:blip r:embed="rId3"/>
          <a:stretch>
            <a:fillRect/>
          </a:stretch>
        </p:blipFill>
        <p:spPr>
          <a:xfrm>
            <a:off x="8832215" y="2276475"/>
            <a:ext cx="3267710" cy="2453005"/>
          </a:xfrm>
          <a:prstGeom prst="rect">
            <a:avLst/>
          </a:prstGeom>
        </p:spPr>
      </p:pic>
    </p:spTree>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矩形 30"/>
          <p:cNvSpPr/>
          <p:nvPr/>
        </p:nvSpPr>
        <p:spPr>
          <a:xfrm>
            <a:off x="324000" y="756000"/>
            <a:ext cx="2688590" cy="540000"/>
          </a:xfrm>
          <a:prstGeom prst="rect">
            <a:avLst/>
          </a:prstGeom>
        </p:spPr>
        <p:txBody>
          <a:bodyPr wrap="square">
            <a:spAutoFit/>
          </a:bodyPr>
          <a:lstStyle/>
          <a:p>
            <a:r>
              <a:rPr lang="en-US" altLang="zh-CN" sz="2000" b="1" dirty="0" smtClean="0">
                <a:latin typeface="微软雅黑" panose="020B0503020204020204" charset="-122"/>
                <a:ea typeface="微软雅黑" panose="020B0503020204020204" charset="-122"/>
                <a:cs typeface="微软雅黑" panose="020B0503020204020204" charset="-122"/>
              </a:rPr>
              <a:t>2.2 </a:t>
            </a:r>
            <a:r>
              <a:rPr lang="zh-CN" altLang="en-US" sz="2000" b="1" dirty="0" smtClean="0">
                <a:latin typeface="微软雅黑" panose="020B0503020204020204" charset="-122"/>
                <a:ea typeface="微软雅黑" panose="020B0503020204020204" charset="-122"/>
                <a:cs typeface="微软雅黑" panose="020B0503020204020204" charset="-122"/>
              </a:rPr>
              <a:t>快门温漂修正</a:t>
            </a:r>
            <a:endParaRPr lang="zh-CN" altLang="en-US" sz="2000" dirty="0">
              <a:latin typeface="微软雅黑" panose="020B0503020204020204" charset="-122"/>
              <a:ea typeface="微软雅黑" panose="020B0503020204020204" charset="-122"/>
              <a:cs typeface="微软雅黑" panose="020B0503020204020204" charset="-122"/>
            </a:endParaRPr>
          </a:p>
        </p:txBody>
      </p:sp>
      <p:sp>
        <p:nvSpPr>
          <p:cNvPr id="34" name="矩形 33"/>
          <p:cNvSpPr/>
          <p:nvPr/>
        </p:nvSpPr>
        <p:spPr>
          <a:xfrm>
            <a:off x="635" y="268605"/>
            <a:ext cx="12192000" cy="38989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noProof="1" smtClean="0">
                <a:solidFill>
                  <a:srgbClr val="FFFFFF"/>
                </a:solidFill>
                <a:sym typeface="+mn-ea"/>
              </a:rPr>
              <a:t> </a:t>
            </a:r>
            <a:r>
              <a:rPr lang="zh-CN" altLang="en-US" sz="2400" b="1" noProof="1" smtClean="0">
                <a:solidFill>
                  <a:srgbClr val="FFFFFF"/>
                </a:solidFill>
                <a:latin typeface="微软雅黑" panose="020B0503020204020204" charset="-122"/>
                <a:ea typeface="微软雅黑" panose="020B0503020204020204" charset="-122"/>
                <a:sym typeface="+mn-ea"/>
              </a:rPr>
              <a:t>二</a:t>
            </a:r>
            <a:r>
              <a:rPr lang="en-US" altLang="zh-CN" sz="2400" b="1" noProof="1" smtClean="0">
                <a:solidFill>
                  <a:srgbClr val="FFFFFF"/>
                </a:solidFill>
                <a:latin typeface="微软雅黑" panose="020B0503020204020204" charset="-122"/>
                <a:ea typeface="微软雅黑" panose="020B0503020204020204" charset="-122"/>
                <a:sym typeface="+mn-ea"/>
              </a:rPr>
              <a:t>.</a:t>
            </a:r>
            <a:r>
              <a:rPr lang="zh-CN" altLang="en-US" sz="2400" b="1" noProof="1" smtClean="0">
                <a:solidFill>
                  <a:srgbClr val="FFFFFF"/>
                </a:solidFill>
                <a:latin typeface="微软雅黑" panose="020B0503020204020204" charset="-122"/>
                <a:ea typeface="微软雅黑" panose="020B0503020204020204" charset="-122"/>
                <a:sym typeface="+mn-ea"/>
              </a:rPr>
              <a:t>测温模块详细介绍</a:t>
            </a:r>
            <a:endParaRPr lang="zh-CN" altLang="en-US" sz="2400" b="1" noProof="1" dirty="0" smtClean="0">
              <a:solidFill>
                <a:srgbClr val="FFFFFF"/>
              </a:solidFill>
              <a:latin typeface="微软雅黑" panose="020B0503020204020204" charset="-122"/>
              <a:ea typeface="微软雅黑" panose="020B0503020204020204" charset="-122"/>
              <a:cs typeface="Arial Unicode MS" panose="020B0604020202020204" pitchFamily="34" charset="-122"/>
              <a:sym typeface="+mn-ea"/>
            </a:endParaRPr>
          </a:p>
        </p:txBody>
      </p:sp>
      <p:sp>
        <p:nvSpPr>
          <p:cNvPr id="23" name="文本框 22"/>
          <p:cNvSpPr txBox="1"/>
          <p:nvPr/>
        </p:nvSpPr>
        <p:spPr>
          <a:xfrm>
            <a:off x="540000" y="1764000"/>
            <a:ext cx="8280000" cy="2861310"/>
          </a:xfrm>
          <a:prstGeom prst="rect">
            <a:avLst/>
          </a:prstGeom>
          <a:noFill/>
        </p:spPr>
        <p:txBody>
          <a:bodyPr wrap="square" rtlCol="0">
            <a:spAutoFit/>
          </a:bodyPr>
          <a:p>
            <a:r>
              <a:rPr lang="zh-CN" altLang="en-US">
                <a:solidFill>
                  <a:srgbClr val="FF0000"/>
                </a:solidFill>
              </a:rPr>
              <a:t>快门温漂</a:t>
            </a:r>
            <a:r>
              <a:rPr lang="zh-CN" altLang="en-US"/>
              <a:t>：</a:t>
            </a:r>
            <a:r>
              <a:rPr>
                <a:sym typeface="+mn-ea"/>
              </a:rPr>
              <a:t>设备在没有完全达到热平衡之前</a:t>
            </a:r>
            <a:r>
              <a:rPr lang="zh-CN">
                <a:sym typeface="+mn-ea"/>
              </a:rPr>
              <a:t>，随着快门温度的上升，每次打完快</a:t>
            </a:r>
            <a:endParaRPr lang="zh-CN">
              <a:sym typeface="+mn-ea"/>
            </a:endParaRPr>
          </a:p>
          <a:p>
            <a:endParaRPr lang="zh-CN">
              <a:sym typeface="+mn-ea"/>
            </a:endParaRPr>
          </a:p>
          <a:p>
            <a:r>
              <a:rPr lang="zh-CN">
                <a:sym typeface="+mn-ea"/>
              </a:rPr>
              <a:t>门之后的</a:t>
            </a:r>
            <a:r>
              <a:rPr lang="en-US" altLang="zh-CN">
                <a:sym typeface="+mn-ea"/>
              </a:rPr>
              <a:t>Y16</a:t>
            </a:r>
            <a:r>
              <a:rPr lang="zh-CN" altLang="en-US">
                <a:sym typeface="+mn-ea"/>
              </a:rPr>
              <a:t>值都在下降，且快门反查的</a:t>
            </a:r>
            <a:r>
              <a:rPr lang="en-US" altLang="zh-CN">
                <a:sym typeface="+mn-ea"/>
              </a:rPr>
              <a:t>Y16</a:t>
            </a:r>
            <a:r>
              <a:rPr lang="zh-CN" altLang="en-US">
                <a:sym typeface="+mn-ea"/>
              </a:rPr>
              <a:t>与真实</a:t>
            </a:r>
            <a:r>
              <a:rPr lang="en-US" altLang="zh-CN">
                <a:sym typeface="+mn-ea"/>
              </a:rPr>
              <a:t>Y16</a:t>
            </a:r>
            <a:r>
              <a:rPr lang="zh-CN" altLang="en-US">
                <a:sym typeface="+mn-ea"/>
              </a:rPr>
              <a:t>的差值越来越大（温度与</a:t>
            </a:r>
            <a:endParaRPr lang="zh-CN" altLang="en-US">
              <a:sym typeface="+mn-ea"/>
            </a:endParaRPr>
          </a:p>
          <a:p>
            <a:endParaRPr lang="zh-CN" altLang="en-US">
              <a:sym typeface="+mn-ea"/>
            </a:endParaRPr>
          </a:p>
          <a:p>
            <a:r>
              <a:rPr lang="en-US" altLang="zh-CN">
                <a:sym typeface="+mn-ea"/>
              </a:rPr>
              <a:t>Y16</a:t>
            </a:r>
            <a:r>
              <a:rPr lang="zh-CN" altLang="en-US">
                <a:sym typeface="+mn-ea"/>
              </a:rPr>
              <a:t>的对应关系非线性），导致每次打完快门后的温度都会比上一次打完快门之</a:t>
            </a:r>
            <a:endParaRPr lang="zh-CN" altLang="en-US">
              <a:sym typeface="+mn-ea"/>
            </a:endParaRPr>
          </a:p>
          <a:p>
            <a:endParaRPr lang="zh-CN" altLang="en-US">
              <a:sym typeface="+mn-ea"/>
            </a:endParaRPr>
          </a:p>
          <a:p>
            <a:r>
              <a:rPr lang="zh-CN" altLang="en-US">
                <a:sym typeface="+mn-ea"/>
              </a:rPr>
              <a:t>后的温度更低。</a:t>
            </a:r>
            <a:endParaRPr lang="zh-CN" altLang="en-US"/>
          </a:p>
          <a:p>
            <a:endParaRPr lang="zh-CN" altLang="en-US"/>
          </a:p>
          <a:p>
            <a:r>
              <a:rPr lang="zh-CN" altLang="en-US">
                <a:solidFill>
                  <a:srgbClr val="FF0000"/>
                </a:solidFill>
              </a:rPr>
              <a:t>快门温漂修正公式</a:t>
            </a:r>
            <a:r>
              <a:rPr lang="zh-CN" altLang="en-US"/>
              <a:t>如下：</a:t>
            </a:r>
            <a:endParaRPr lang="zh-CN" altLang="en-US"/>
          </a:p>
          <a:p>
            <a:endParaRPr lang="zh-CN" altLang="en-US"/>
          </a:p>
        </p:txBody>
      </p:sp>
      <p:graphicFrame>
        <p:nvGraphicFramePr>
          <p:cNvPr id="2" name="对象 -2147482613"/>
          <p:cNvGraphicFramePr>
            <a:graphicFrameLocks noChangeAspect="1"/>
          </p:cNvGraphicFramePr>
          <p:nvPr/>
        </p:nvGraphicFramePr>
        <p:xfrm>
          <a:off x="1271905" y="4509135"/>
          <a:ext cx="6007735" cy="275590"/>
        </p:xfrm>
        <a:graphic>
          <a:graphicData uri="http://schemas.openxmlformats.org/presentationml/2006/ole">
            <mc:AlternateContent xmlns:mc="http://schemas.openxmlformats.org/markup-compatibility/2006">
              <mc:Choice xmlns:v="urn:schemas-microsoft-com:vml" Requires="v">
                <p:oleObj spid="_x0000_s3076" name="" r:id="rId3" imgW="4711700" imgH="215900" progId="Equation.KSEE3">
                  <p:embed/>
                </p:oleObj>
              </mc:Choice>
              <mc:Fallback>
                <p:oleObj name="" r:id="rId3" imgW="4711700" imgH="215900" progId="Equation.KSEE3">
                  <p:embed/>
                  <p:pic>
                    <p:nvPicPr>
                      <p:cNvPr id="0" name="图片 3075"/>
                      <p:cNvPicPr/>
                      <p:nvPr/>
                    </p:nvPicPr>
                    <p:blipFill>
                      <a:blip r:embed="rId4"/>
                      <a:stretch>
                        <a:fillRect/>
                      </a:stretch>
                    </p:blipFill>
                    <p:spPr>
                      <a:xfrm>
                        <a:off x="1271905" y="4509135"/>
                        <a:ext cx="6007735" cy="275590"/>
                      </a:xfrm>
                      <a:prstGeom prst="rect">
                        <a:avLst/>
                      </a:prstGeom>
                      <a:noFill/>
                      <a:ln w="38100">
                        <a:noFill/>
                        <a:miter/>
                      </a:ln>
                    </p:spPr>
                  </p:pic>
                </p:oleObj>
              </mc:Fallback>
            </mc:AlternateContent>
          </a:graphicData>
        </a:graphic>
      </p:graphicFrame>
      <p:graphicFrame>
        <p:nvGraphicFramePr>
          <p:cNvPr id="3" name="图表 2"/>
          <p:cNvGraphicFramePr/>
          <p:nvPr/>
        </p:nvGraphicFramePr>
        <p:xfrm>
          <a:off x="8760460" y="1916430"/>
          <a:ext cx="3295015" cy="1115695"/>
        </p:xfrm>
        <a:graphic>
          <a:graphicData uri="http://schemas.openxmlformats.org/drawingml/2006/chart">
            <c:chart xmlns:c="http://schemas.openxmlformats.org/drawingml/2006/chart" xmlns:r="http://schemas.openxmlformats.org/officeDocument/2006/relationships" r:id="rId1"/>
          </a:graphicData>
        </a:graphic>
      </p:graphicFrame>
      <p:graphicFrame>
        <p:nvGraphicFramePr>
          <p:cNvPr id="37" name="图表 1"/>
          <p:cNvGraphicFramePr/>
          <p:nvPr/>
        </p:nvGraphicFramePr>
        <p:xfrm>
          <a:off x="8695690" y="3341370"/>
          <a:ext cx="3295015" cy="1258570"/>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矩形 30"/>
          <p:cNvSpPr/>
          <p:nvPr/>
        </p:nvSpPr>
        <p:spPr>
          <a:xfrm>
            <a:off x="324000" y="756000"/>
            <a:ext cx="1914525" cy="398780"/>
          </a:xfrm>
          <a:prstGeom prst="rect">
            <a:avLst/>
          </a:prstGeom>
        </p:spPr>
        <p:txBody>
          <a:bodyPr wrap="none">
            <a:spAutoFit/>
          </a:bodyPr>
          <a:lstStyle/>
          <a:p>
            <a:r>
              <a:rPr lang="en-US" altLang="zh-CN" sz="2000" b="1" dirty="0" smtClean="0">
                <a:latin typeface="微软雅黑" panose="020B0503020204020204" charset="-122"/>
                <a:ea typeface="微软雅黑" panose="020B0503020204020204" charset="-122"/>
              </a:rPr>
              <a:t>2.3 </a:t>
            </a:r>
            <a:r>
              <a:rPr lang="zh-CN" altLang="en-US" sz="2000" b="1" dirty="0" smtClean="0">
                <a:latin typeface="微软雅黑" panose="020B0503020204020204" charset="-122"/>
                <a:ea typeface="微软雅黑" panose="020B0503020204020204" charset="-122"/>
              </a:rPr>
              <a:t>响应率调整</a:t>
            </a:r>
            <a:endParaRPr lang="zh-CN" altLang="en-US" sz="2000" b="1" dirty="0" smtClean="0">
              <a:latin typeface="微软雅黑" panose="020B0503020204020204" charset="-122"/>
              <a:ea typeface="微软雅黑" panose="020B0503020204020204" charset="-122"/>
            </a:endParaRPr>
          </a:p>
        </p:txBody>
      </p:sp>
      <p:sp>
        <p:nvSpPr>
          <p:cNvPr id="34" name="矩形 33"/>
          <p:cNvSpPr/>
          <p:nvPr/>
        </p:nvSpPr>
        <p:spPr>
          <a:xfrm>
            <a:off x="635" y="268605"/>
            <a:ext cx="12192000" cy="38989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noProof="1" smtClean="0">
                <a:solidFill>
                  <a:srgbClr val="FFFFFF"/>
                </a:solidFill>
                <a:sym typeface="+mn-ea"/>
              </a:rPr>
              <a:t> </a:t>
            </a:r>
            <a:r>
              <a:rPr lang="zh-CN" altLang="en-US" sz="2400" b="1" noProof="1" smtClean="0">
                <a:solidFill>
                  <a:srgbClr val="FFFFFF"/>
                </a:solidFill>
                <a:latin typeface="微软雅黑" panose="020B0503020204020204" charset="-122"/>
                <a:ea typeface="微软雅黑" panose="020B0503020204020204" charset="-122"/>
                <a:sym typeface="+mn-ea"/>
              </a:rPr>
              <a:t>二</a:t>
            </a:r>
            <a:r>
              <a:rPr lang="en-US" altLang="zh-CN" sz="2400" b="1" noProof="1" smtClean="0">
                <a:solidFill>
                  <a:srgbClr val="FFFFFF"/>
                </a:solidFill>
                <a:latin typeface="微软雅黑" panose="020B0503020204020204" charset="-122"/>
                <a:ea typeface="微软雅黑" panose="020B0503020204020204" charset="-122"/>
                <a:sym typeface="+mn-ea"/>
              </a:rPr>
              <a:t>.</a:t>
            </a:r>
            <a:r>
              <a:rPr lang="zh-CN" altLang="en-US" sz="2400" b="1" noProof="1" smtClean="0">
                <a:solidFill>
                  <a:srgbClr val="FFFFFF"/>
                </a:solidFill>
                <a:latin typeface="微软雅黑" panose="020B0503020204020204" charset="-122"/>
                <a:ea typeface="微软雅黑" panose="020B0503020204020204" charset="-122"/>
                <a:sym typeface="+mn-ea"/>
              </a:rPr>
              <a:t>测温</a:t>
            </a:r>
            <a:r>
              <a:rPr lang="zh-CN" altLang="en-US" sz="2400" b="1" dirty="0">
                <a:solidFill>
                  <a:schemeClr val="bg1"/>
                </a:solidFill>
                <a:latin typeface="微软雅黑" panose="020B0503020204020204" charset="-122"/>
                <a:ea typeface="微软雅黑" panose="020B0503020204020204" charset="-122"/>
                <a:cs typeface="Arial Unicode MS" panose="020B0604020202020204" pitchFamily="34" charset="-122"/>
              </a:rPr>
              <a:t>模块详细介绍</a:t>
            </a:r>
            <a:endParaRPr lang="zh-CN" altLang="en-US" sz="2400" b="1" dirty="0">
              <a:solidFill>
                <a:schemeClr val="bg1"/>
              </a:solidFill>
              <a:latin typeface="微软雅黑" panose="020B0503020204020204" charset="-122"/>
              <a:ea typeface="微软雅黑" panose="020B0503020204020204" charset="-122"/>
              <a:cs typeface="Arial Unicode MS" panose="020B0604020202020204" pitchFamily="34" charset="-122"/>
            </a:endParaRPr>
          </a:p>
        </p:txBody>
      </p:sp>
      <p:sp>
        <p:nvSpPr>
          <p:cNvPr id="2" name="文本框 1"/>
          <p:cNvSpPr txBox="1"/>
          <p:nvPr/>
        </p:nvSpPr>
        <p:spPr>
          <a:xfrm>
            <a:off x="480060" y="6165215"/>
            <a:ext cx="10530840" cy="398780"/>
          </a:xfrm>
          <a:prstGeom prst="rect">
            <a:avLst/>
          </a:prstGeom>
          <a:noFill/>
        </p:spPr>
        <p:txBody>
          <a:bodyPr wrap="square" rtlCol="0">
            <a:spAutoFit/>
          </a:bodyPr>
          <a:lstStyle/>
          <a:p>
            <a:endParaRPr lang="zh-CN" altLang="en-US" sz="2000" dirty="0"/>
          </a:p>
        </p:txBody>
      </p:sp>
      <p:sp>
        <p:nvSpPr>
          <p:cNvPr id="23" name="文本框 22"/>
          <p:cNvSpPr txBox="1"/>
          <p:nvPr/>
        </p:nvSpPr>
        <p:spPr>
          <a:xfrm>
            <a:off x="540000" y="1764000"/>
            <a:ext cx="8280000" cy="2584450"/>
          </a:xfrm>
          <a:prstGeom prst="rect">
            <a:avLst/>
          </a:prstGeom>
          <a:noFill/>
        </p:spPr>
        <p:txBody>
          <a:bodyPr wrap="square" rtlCol="0">
            <a:spAutoFit/>
          </a:bodyPr>
          <a:p>
            <a:r>
              <a:rPr lang="zh-CN" altLang="en-US">
                <a:solidFill>
                  <a:srgbClr val="FF0000"/>
                </a:solidFill>
              </a:rPr>
              <a:t>响应率调整：</a:t>
            </a:r>
            <a:r>
              <a:rPr lang="zh-CN" altLang="en-US"/>
              <a:t>模组在采集时使用</a:t>
            </a:r>
            <a:r>
              <a:rPr lang="en-US" altLang="zh-CN"/>
              <a:t>TEC</a:t>
            </a:r>
            <a:r>
              <a:rPr lang="zh-CN" altLang="en-US"/>
              <a:t>工装控制焦温模拟实际环境，与模组装成整</a:t>
            </a:r>
            <a:endParaRPr lang="zh-CN" altLang="en-US"/>
          </a:p>
          <a:p>
            <a:endParaRPr lang="zh-CN" altLang="en-US"/>
          </a:p>
          <a:p>
            <a:r>
              <a:rPr lang="zh-CN" altLang="en-US"/>
              <a:t>机后真实环境使用有异。使用原</a:t>
            </a:r>
            <a:r>
              <a:rPr lang="en-US" altLang="zh-CN"/>
              <a:t>Y16</a:t>
            </a:r>
            <a:r>
              <a:rPr lang="zh-CN" altLang="en-US"/>
              <a:t>进行温度曲线查表时，温度与真实值偏差较</a:t>
            </a:r>
            <a:endParaRPr lang="zh-CN" altLang="en-US"/>
          </a:p>
          <a:p>
            <a:endParaRPr lang="zh-CN" altLang="en-US"/>
          </a:p>
          <a:p>
            <a:r>
              <a:rPr lang="zh-CN" altLang="en-US"/>
              <a:t>大。因此需要对输入的</a:t>
            </a:r>
            <a:r>
              <a:rPr lang="en-US" altLang="zh-CN"/>
              <a:t>Y16</a:t>
            </a:r>
            <a:r>
              <a:rPr lang="zh-CN" altLang="en-US"/>
              <a:t>进行一定调整。</a:t>
            </a:r>
            <a:endParaRPr lang="zh-CN" altLang="en-US"/>
          </a:p>
          <a:p>
            <a:endParaRPr lang="zh-CN" altLang="en-US"/>
          </a:p>
          <a:p>
            <a:r>
              <a:rPr lang="zh-CN">
                <a:solidFill>
                  <a:srgbClr val="FF0000"/>
                </a:solidFill>
              </a:rPr>
              <a:t>响应率调整公式</a:t>
            </a:r>
            <a:r>
              <a:rPr lang="zh-CN"/>
              <a:t>如下：</a:t>
            </a:r>
            <a:endParaRPr lang="zh-CN"/>
          </a:p>
          <a:p>
            <a:endParaRPr lang="zh-CN" altLang="en-US"/>
          </a:p>
          <a:p>
            <a:endParaRPr lang="zh-CN" altLang="en-US"/>
          </a:p>
        </p:txBody>
      </p:sp>
      <p:graphicFrame>
        <p:nvGraphicFramePr>
          <p:cNvPr id="4" name="对象 3">
            <a:hlinkClick r:id="" action="ppaction://ole?verb="/>
          </p:cNvPr>
          <p:cNvGraphicFramePr>
            <a:graphicFrameLocks noChangeAspect="1"/>
          </p:cNvGraphicFramePr>
          <p:nvPr/>
        </p:nvGraphicFramePr>
        <p:xfrm>
          <a:off x="3288030" y="3789045"/>
          <a:ext cx="1447800" cy="389255"/>
        </p:xfrm>
        <a:graphic>
          <a:graphicData uri="http://schemas.openxmlformats.org/presentationml/2006/ole">
            <mc:AlternateContent xmlns:mc="http://schemas.openxmlformats.org/markup-compatibility/2006">
              <mc:Choice xmlns:v="urn:schemas-microsoft-com:vml" Requires="v">
                <p:oleObj spid="_x0000_s1025" name="" r:id="rId1" imgW="850900" imgH="228600" progId="Equation.KSEE3">
                  <p:embed/>
                </p:oleObj>
              </mc:Choice>
              <mc:Fallback>
                <p:oleObj name="" r:id="rId1" imgW="850900" imgH="228600" progId="Equation.KSEE3">
                  <p:embed/>
                  <p:pic>
                    <p:nvPicPr>
                      <p:cNvPr id="0" name="图片 1024"/>
                      <p:cNvPicPr/>
                      <p:nvPr/>
                    </p:nvPicPr>
                    <p:blipFill>
                      <a:blip r:embed="rId2"/>
                      <a:stretch>
                        <a:fillRect/>
                      </a:stretch>
                    </p:blipFill>
                    <p:spPr>
                      <a:xfrm>
                        <a:off x="3288030" y="3789045"/>
                        <a:ext cx="1447800" cy="389255"/>
                      </a:xfrm>
                      <a:prstGeom prst="rect">
                        <a:avLst/>
                      </a:prstGeom>
                    </p:spPr>
                  </p:pic>
                </p:oleObj>
              </mc:Fallback>
            </mc:AlternateContent>
          </a:graphicData>
        </a:graphic>
      </p:graphicFrame>
    </p:spTree>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矩形 33"/>
          <p:cNvSpPr/>
          <p:nvPr/>
        </p:nvSpPr>
        <p:spPr>
          <a:xfrm>
            <a:off x="635" y="268605"/>
            <a:ext cx="12192000" cy="38989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noProof="1" smtClean="0">
                <a:solidFill>
                  <a:srgbClr val="FFFFFF"/>
                </a:solidFill>
                <a:sym typeface="+mn-ea"/>
              </a:rPr>
              <a:t> </a:t>
            </a:r>
            <a:r>
              <a:rPr lang="en-US" altLang="zh-CN" sz="2400" smtClean="0">
                <a:solidFill>
                  <a:srgbClr val="FFFFFF"/>
                </a:solidFill>
                <a:sym typeface="+mn-ea"/>
              </a:rPr>
              <a:t> </a:t>
            </a:r>
            <a:r>
              <a:rPr lang="zh-CN" altLang="en-US" sz="2400" b="1" smtClean="0">
                <a:solidFill>
                  <a:srgbClr val="FFFFFF"/>
                </a:solidFill>
                <a:latin typeface="微软雅黑" panose="020B0503020204020204" charset="-122"/>
                <a:ea typeface="微软雅黑" panose="020B0503020204020204" charset="-122"/>
                <a:sym typeface="+mn-ea"/>
              </a:rPr>
              <a:t>二</a:t>
            </a:r>
            <a:r>
              <a:rPr lang="en-US" altLang="zh-CN" sz="2400" b="1" smtClean="0">
                <a:solidFill>
                  <a:srgbClr val="FFFFFF"/>
                </a:solidFill>
                <a:latin typeface="微软雅黑" panose="020B0503020204020204" charset="-122"/>
                <a:ea typeface="微软雅黑" panose="020B0503020204020204" charset="-122"/>
                <a:sym typeface="+mn-ea"/>
              </a:rPr>
              <a:t>.</a:t>
            </a:r>
            <a:r>
              <a:rPr lang="zh-CN" altLang="en-US" sz="2400" b="1" smtClean="0">
                <a:solidFill>
                  <a:srgbClr val="FFFFFF"/>
                </a:solidFill>
                <a:latin typeface="微软雅黑" panose="020B0503020204020204" charset="-122"/>
                <a:ea typeface="微软雅黑" panose="020B0503020204020204" charset="-122"/>
                <a:sym typeface="+mn-ea"/>
              </a:rPr>
              <a:t>测温</a:t>
            </a:r>
            <a:r>
              <a:rPr lang="zh-CN" altLang="en-US" sz="2400" b="1" dirty="0">
                <a:solidFill>
                  <a:schemeClr val="bg1"/>
                </a:solidFill>
                <a:latin typeface="微软雅黑" panose="020B0503020204020204" charset="-122"/>
                <a:ea typeface="微软雅黑" panose="020B0503020204020204" charset="-122"/>
                <a:cs typeface="Arial Unicode MS" panose="020B0604020202020204" pitchFamily="34" charset="-122"/>
                <a:sym typeface="+mn-ea"/>
              </a:rPr>
              <a:t>模块详细介绍</a:t>
            </a:r>
            <a:endParaRPr lang="zh-CN" altLang="en-US" sz="2400" b="1" dirty="0">
              <a:solidFill>
                <a:schemeClr val="bg1"/>
              </a:solidFill>
              <a:latin typeface="微软雅黑" panose="020B0503020204020204" charset="-122"/>
              <a:ea typeface="微软雅黑" panose="020B0503020204020204" charset="-122"/>
              <a:cs typeface="Arial Unicode MS" panose="020B0604020202020204" pitchFamily="34" charset="-122"/>
              <a:sym typeface="+mn-ea"/>
            </a:endParaRPr>
          </a:p>
        </p:txBody>
      </p:sp>
      <p:sp>
        <p:nvSpPr>
          <p:cNvPr id="4" name="矩形 3"/>
          <p:cNvSpPr/>
          <p:nvPr/>
        </p:nvSpPr>
        <p:spPr>
          <a:xfrm>
            <a:off x="335360" y="753448"/>
            <a:ext cx="2646680" cy="398780"/>
          </a:xfrm>
          <a:prstGeom prst="rect">
            <a:avLst/>
          </a:prstGeom>
        </p:spPr>
        <p:txBody>
          <a:bodyPr wrap="none">
            <a:spAutoFit/>
          </a:bodyPr>
          <a:p>
            <a:r>
              <a:rPr lang="en-US" altLang="zh-CN" sz="2000" b="1" dirty="0" smtClean="0">
                <a:latin typeface="微软雅黑" panose="020B0503020204020204" charset="-122"/>
                <a:ea typeface="微软雅黑" panose="020B0503020204020204" charset="-122"/>
              </a:rPr>
              <a:t>2.4 </a:t>
            </a:r>
            <a:r>
              <a:rPr lang="zh-CN" altLang="en-US" sz="2000" b="1" dirty="0" smtClean="0">
                <a:latin typeface="微软雅黑" panose="020B0503020204020204" charset="-122"/>
                <a:ea typeface="微软雅黑" panose="020B0503020204020204" charset="-122"/>
              </a:rPr>
              <a:t>快门温度反查</a:t>
            </a:r>
            <a:r>
              <a:rPr lang="en-US" altLang="zh-CN" sz="2000" b="1" dirty="0" smtClean="0">
                <a:latin typeface="微软雅黑" panose="020B0503020204020204" charset="-122"/>
                <a:ea typeface="微软雅黑" panose="020B0503020204020204" charset="-122"/>
              </a:rPr>
              <a:t>Y16</a:t>
            </a:r>
            <a:endParaRPr lang="en-US" altLang="zh-CN" sz="2000" b="1" dirty="0" smtClean="0">
              <a:latin typeface="微软雅黑" panose="020B0503020204020204" charset="-122"/>
              <a:ea typeface="微软雅黑" panose="020B0503020204020204" charset="-122"/>
            </a:endParaRPr>
          </a:p>
        </p:txBody>
      </p:sp>
      <p:sp>
        <p:nvSpPr>
          <p:cNvPr id="23" name="文本框 22"/>
          <p:cNvSpPr txBox="1"/>
          <p:nvPr/>
        </p:nvSpPr>
        <p:spPr>
          <a:xfrm>
            <a:off x="552065" y="1772890"/>
            <a:ext cx="8280000" cy="2306955"/>
          </a:xfrm>
          <a:prstGeom prst="rect">
            <a:avLst/>
          </a:prstGeom>
          <a:noFill/>
        </p:spPr>
        <p:txBody>
          <a:bodyPr wrap="square" rtlCol="0">
            <a:spAutoFit/>
          </a:bodyPr>
          <a:p>
            <a:r>
              <a:rPr lang="zh-CN" altLang="en-US">
                <a:solidFill>
                  <a:srgbClr val="FF0000"/>
                </a:solidFill>
              </a:rPr>
              <a:t>快门温度反查</a:t>
            </a:r>
            <a:r>
              <a:rPr lang="en-US" altLang="zh-CN">
                <a:solidFill>
                  <a:srgbClr val="FF0000"/>
                </a:solidFill>
              </a:rPr>
              <a:t>Y16</a:t>
            </a:r>
            <a:r>
              <a:rPr lang="zh-CN" altLang="en-US">
                <a:solidFill>
                  <a:srgbClr val="FF0000"/>
                </a:solidFill>
              </a:rPr>
              <a:t>：</a:t>
            </a:r>
            <a:r>
              <a:rPr lang="en-US" altLang="zh-CN"/>
              <a:t> </a:t>
            </a:r>
            <a:r>
              <a:rPr lang="zh-CN" altLang="en-US"/>
              <a:t>在获取中心点的</a:t>
            </a:r>
            <a:r>
              <a:rPr lang="en-US" altLang="zh-CN"/>
              <a:t>Y16</a:t>
            </a:r>
            <a:r>
              <a:rPr lang="zh-CN" altLang="en-US"/>
              <a:t>时，减去了快门本底，因此在根据</a:t>
            </a:r>
            <a:r>
              <a:rPr lang="en-US" altLang="zh-CN"/>
              <a:t>Y16</a:t>
            </a:r>
            <a:endParaRPr lang="en-US" altLang="zh-CN"/>
          </a:p>
          <a:p>
            <a:endParaRPr lang="en-US" altLang="zh-CN"/>
          </a:p>
          <a:p>
            <a:r>
              <a:rPr lang="zh-CN" altLang="en-US"/>
              <a:t>查曲线温度时，需要加上快门温度对应的</a:t>
            </a:r>
            <a:r>
              <a:rPr lang="en-US" altLang="zh-CN"/>
              <a:t>Y16</a:t>
            </a:r>
            <a:r>
              <a:rPr lang="zh-CN" altLang="en-US"/>
              <a:t>值。（快门值为</a:t>
            </a:r>
            <a:r>
              <a:rPr lang="en-US" altLang="zh-CN"/>
              <a:t>X16</a:t>
            </a:r>
            <a:r>
              <a:rPr lang="zh-CN" altLang="en-US"/>
              <a:t>，每次打快门</a:t>
            </a:r>
            <a:endParaRPr lang="zh-CN" altLang="en-US"/>
          </a:p>
          <a:p>
            <a:endParaRPr lang="zh-CN" altLang="en-US"/>
          </a:p>
          <a:p>
            <a:r>
              <a:rPr lang="zh-CN" altLang="en-US"/>
              <a:t>都会有一定程度的变化，无法直接加上快门本底）。温度曲线是单调曲线，知道</a:t>
            </a:r>
            <a:endParaRPr lang="zh-CN" altLang="en-US"/>
          </a:p>
          <a:p>
            <a:endParaRPr lang="zh-CN" altLang="en-US"/>
          </a:p>
          <a:p>
            <a:r>
              <a:rPr lang="zh-CN" altLang="en-US"/>
              <a:t>快门温度可以反查出其对应的</a:t>
            </a:r>
            <a:r>
              <a:rPr lang="en-US" altLang="zh-CN"/>
              <a:t>Y16</a:t>
            </a:r>
            <a:r>
              <a:rPr lang="zh-CN" altLang="en-US"/>
              <a:t>。</a:t>
            </a:r>
            <a:endParaRPr lang="zh-CN" altLang="en-US"/>
          </a:p>
          <a:p>
            <a:r>
              <a:rPr lang="en-US" altLang="zh-CN"/>
              <a:t>                  </a:t>
            </a:r>
            <a:endParaRPr lang="zh-CN" altLang="en-US"/>
          </a:p>
        </p:txBody>
      </p:sp>
    </p:spTree>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矩形 30"/>
          <p:cNvSpPr/>
          <p:nvPr/>
        </p:nvSpPr>
        <p:spPr>
          <a:xfrm>
            <a:off x="324000" y="756000"/>
            <a:ext cx="2168525" cy="398780"/>
          </a:xfrm>
          <a:prstGeom prst="rect">
            <a:avLst/>
          </a:prstGeom>
        </p:spPr>
        <p:txBody>
          <a:bodyPr wrap="none">
            <a:spAutoFit/>
          </a:bodyPr>
          <a:lstStyle/>
          <a:p>
            <a:r>
              <a:rPr lang="en-US" altLang="zh-CN" sz="2000" b="1" dirty="0" smtClean="0">
                <a:latin typeface="微软雅黑" panose="020B0503020204020204" charset="-122"/>
                <a:ea typeface="微软雅黑" panose="020B0503020204020204" charset="-122"/>
              </a:rPr>
              <a:t>2.5 </a:t>
            </a:r>
            <a:r>
              <a:rPr lang="zh-CN" altLang="en-US" sz="2000" b="1" dirty="0" smtClean="0">
                <a:latin typeface="微软雅黑" panose="020B0503020204020204" charset="-122"/>
                <a:ea typeface="微软雅黑" panose="020B0503020204020204" charset="-122"/>
                <a:sym typeface="+mn-ea"/>
              </a:rPr>
              <a:t>曲线查询温度</a:t>
            </a:r>
            <a:endParaRPr lang="zh-CN" altLang="en-US" sz="2000" b="1" dirty="0" smtClean="0">
              <a:latin typeface="微软雅黑" panose="020B0503020204020204" charset="-122"/>
              <a:ea typeface="微软雅黑" panose="020B0503020204020204" charset="-122"/>
              <a:sym typeface="+mn-ea"/>
            </a:endParaRPr>
          </a:p>
        </p:txBody>
      </p:sp>
      <p:sp>
        <p:nvSpPr>
          <p:cNvPr id="34" name="矩形 33"/>
          <p:cNvSpPr/>
          <p:nvPr/>
        </p:nvSpPr>
        <p:spPr>
          <a:xfrm>
            <a:off x="635" y="268605"/>
            <a:ext cx="12192000" cy="38989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ClrTx/>
              <a:buSzTx/>
              <a:buFontTx/>
            </a:pPr>
            <a:r>
              <a:rPr lang="en-US" altLang="zh-CN" sz="1800" noProof="1" smtClean="0">
                <a:solidFill>
                  <a:srgbClr val="FFFFFF"/>
                </a:solidFill>
                <a:sym typeface="+mn-ea"/>
              </a:rPr>
              <a:t> </a:t>
            </a:r>
            <a:r>
              <a:rPr lang="zh-CN" altLang="en-US" sz="2400" b="1" noProof="1" smtClean="0">
                <a:solidFill>
                  <a:srgbClr val="FFFFFF"/>
                </a:solidFill>
                <a:latin typeface="微软雅黑" panose="020B0503020204020204" charset="-122"/>
                <a:ea typeface="微软雅黑" panose="020B0503020204020204" charset="-122"/>
                <a:cs typeface="微软雅黑" panose="020B0503020204020204" charset="-122"/>
                <a:sym typeface="+mn-ea"/>
              </a:rPr>
              <a:t>二</a:t>
            </a:r>
            <a:r>
              <a:rPr lang="en-US" altLang="zh-CN" sz="2400" b="1" noProof="1" smtClean="0">
                <a:solidFill>
                  <a:srgbClr val="FFFFFF"/>
                </a:solidFill>
                <a:latin typeface="微软雅黑" panose="020B0503020204020204" charset="-122"/>
                <a:ea typeface="微软雅黑" panose="020B0503020204020204" charset="-122"/>
                <a:cs typeface="微软雅黑" panose="020B0503020204020204" charset="-122"/>
                <a:sym typeface="+mn-ea"/>
              </a:rPr>
              <a:t>.</a:t>
            </a:r>
            <a:r>
              <a:rPr lang="zh-CN" altLang="en-US" sz="2400" b="1" noProof="1" smtClean="0">
                <a:solidFill>
                  <a:srgbClr val="FFFFFF"/>
                </a:solidFill>
                <a:latin typeface="微软雅黑" panose="020B0503020204020204" charset="-122"/>
                <a:ea typeface="微软雅黑" panose="020B0503020204020204" charset="-122"/>
                <a:cs typeface="微软雅黑" panose="020B0503020204020204" charset="-122"/>
                <a:sym typeface="+mn-ea"/>
              </a:rPr>
              <a:t>测温模块详细介绍</a:t>
            </a:r>
            <a:endParaRPr lang="zh-CN" altLang="en-US" sz="2400" b="1" noProof="1" smtClean="0">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sp>
        <p:nvSpPr>
          <p:cNvPr id="2" name="文本框 1"/>
          <p:cNvSpPr txBox="1"/>
          <p:nvPr/>
        </p:nvSpPr>
        <p:spPr>
          <a:xfrm>
            <a:off x="480060" y="6165215"/>
            <a:ext cx="10530840" cy="398780"/>
          </a:xfrm>
          <a:prstGeom prst="rect">
            <a:avLst/>
          </a:prstGeom>
          <a:noFill/>
        </p:spPr>
        <p:txBody>
          <a:bodyPr wrap="square" rtlCol="0">
            <a:spAutoFit/>
          </a:bodyPr>
          <a:lstStyle/>
          <a:p>
            <a:endParaRPr lang="zh-CN" altLang="en-US" sz="2000" dirty="0"/>
          </a:p>
        </p:txBody>
      </p:sp>
      <p:sp>
        <p:nvSpPr>
          <p:cNvPr id="23" name="文本框 22"/>
          <p:cNvSpPr txBox="1"/>
          <p:nvPr/>
        </p:nvSpPr>
        <p:spPr>
          <a:xfrm>
            <a:off x="540000" y="1764000"/>
            <a:ext cx="8280000" cy="1198880"/>
          </a:xfrm>
          <a:prstGeom prst="rect">
            <a:avLst/>
          </a:prstGeom>
          <a:noFill/>
        </p:spPr>
        <p:txBody>
          <a:bodyPr wrap="square" rtlCol="0">
            <a:spAutoFit/>
          </a:bodyPr>
          <a:p>
            <a:r>
              <a:rPr lang="zh-CN" altLang="en-US"/>
              <a:t>温度查询：最终得到的</a:t>
            </a:r>
            <a:r>
              <a:rPr lang="en-US" altLang="zh-CN"/>
              <a:t>Y16</a:t>
            </a:r>
            <a:r>
              <a:rPr lang="zh-CN" altLang="en-US"/>
              <a:t>，由温度曲线得出对应的温度。单调曲线，一一对应</a:t>
            </a:r>
            <a:endParaRPr lang="zh-CN" altLang="en-US"/>
          </a:p>
          <a:p>
            <a:endParaRPr lang="zh-CN" altLang="en-US"/>
          </a:p>
          <a:p>
            <a:r>
              <a:rPr lang="zh-CN" altLang="en-US"/>
              <a:t>关系。</a:t>
            </a:r>
            <a:endParaRPr lang="zh-CN" altLang="en-US"/>
          </a:p>
          <a:p>
            <a:r>
              <a:rPr lang="en-US" altLang="zh-CN"/>
              <a:t>                  </a:t>
            </a:r>
            <a:endParaRPr lang="zh-CN" altLang="en-US"/>
          </a:p>
        </p:txBody>
      </p:sp>
      <p:pic>
        <p:nvPicPr>
          <p:cNvPr id="3" name="图片 2"/>
          <p:cNvPicPr>
            <a:picLocks noChangeAspect="1"/>
          </p:cNvPicPr>
          <p:nvPr>
            <p:custDataLst>
              <p:tags r:id="rId1"/>
            </p:custDataLst>
          </p:nvPr>
        </p:nvPicPr>
        <p:blipFill>
          <a:blip r:embed="rId2"/>
          <a:stretch>
            <a:fillRect/>
          </a:stretch>
        </p:blipFill>
        <p:spPr>
          <a:xfrm>
            <a:off x="8400415" y="2276475"/>
            <a:ext cx="3752215" cy="3348990"/>
          </a:xfrm>
          <a:prstGeom prst="rect">
            <a:avLst/>
          </a:prstGeom>
        </p:spPr>
      </p:pic>
    </p:spTree>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矩形 33"/>
          <p:cNvSpPr/>
          <p:nvPr/>
        </p:nvSpPr>
        <p:spPr>
          <a:xfrm>
            <a:off x="635" y="268605"/>
            <a:ext cx="12192000" cy="38989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ClrTx/>
              <a:buSzTx/>
              <a:buFontTx/>
            </a:pPr>
            <a:r>
              <a:rPr lang="en-US" altLang="zh-CN" sz="2400" smtClean="0">
                <a:solidFill>
                  <a:srgbClr val="FFFFFF"/>
                </a:solidFill>
                <a:latin typeface="微软雅黑" panose="020B0503020204020204" charset="-122"/>
                <a:ea typeface="微软雅黑" panose="020B0503020204020204" charset="-122"/>
                <a:cs typeface="微软雅黑" panose="020B0503020204020204" charset="-122"/>
                <a:sym typeface="+mn-ea"/>
              </a:rPr>
              <a:t> </a:t>
            </a:r>
            <a:r>
              <a:rPr lang="zh-CN" altLang="en-US" sz="2400" b="1" smtClean="0">
                <a:solidFill>
                  <a:srgbClr val="FFFFFF"/>
                </a:solidFill>
                <a:latin typeface="微软雅黑" panose="020B0503020204020204" charset="-122"/>
                <a:ea typeface="微软雅黑" panose="020B0503020204020204" charset="-122"/>
                <a:cs typeface="微软雅黑" panose="020B0503020204020204" charset="-122"/>
                <a:sym typeface="+mn-ea"/>
              </a:rPr>
              <a:t>二</a:t>
            </a:r>
            <a:r>
              <a:rPr lang="en-US" altLang="zh-CN" sz="2400" smtClean="0">
                <a:solidFill>
                  <a:srgbClr val="FFFFFF"/>
                </a:solidFill>
                <a:latin typeface="微软雅黑" panose="020B0503020204020204" charset="-122"/>
                <a:ea typeface="微软雅黑" panose="020B0503020204020204" charset="-122"/>
                <a:cs typeface="微软雅黑" panose="020B0503020204020204" charset="-122"/>
                <a:sym typeface="+mn-ea"/>
              </a:rPr>
              <a:t>.</a:t>
            </a:r>
            <a:r>
              <a:rPr lang="zh-CN" altLang="en-US" sz="2400" b="1" smtClean="0">
                <a:solidFill>
                  <a:srgbClr val="FFFFFF"/>
                </a:solidFill>
                <a:latin typeface="微软雅黑" panose="020B0503020204020204" charset="-122"/>
                <a:ea typeface="微软雅黑" panose="020B0503020204020204" charset="-122"/>
                <a:cs typeface="微软雅黑" panose="020B0503020204020204" charset="-122"/>
                <a:sym typeface="+mn-ea"/>
              </a:rPr>
              <a:t>测温模块详细介绍</a:t>
            </a:r>
            <a:endParaRPr lang="zh-CN" altLang="en-US" sz="2400" b="1" noProof="1" smtClean="0">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sp>
        <p:nvSpPr>
          <p:cNvPr id="2" name="矩形 1"/>
          <p:cNvSpPr/>
          <p:nvPr/>
        </p:nvSpPr>
        <p:spPr>
          <a:xfrm>
            <a:off x="335360" y="753448"/>
            <a:ext cx="2168525" cy="398780"/>
          </a:xfrm>
          <a:prstGeom prst="rect">
            <a:avLst/>
          </a:prstGeom>
        </p:spPr>
        <p:txBody>
          <a:bodyPr wrap="none">
            <a:spAutoFit/>
          </a:bodyPr>
          <a:p>
            <a:r>
              <a:rPr lang="en-US" altLang="zh-CN" sz="2000" b="1" dirty="0" smtClean="0">
                <a:latin typeface="微软雅黑" panose="020B0503020204020204" charset="-122"/>
                <a:ea typeface="微软雅黑" panose="020B0503020204020204" charset="-122"/>
              </a:rPr>
              <a:t>2.6 </a:t>
            </a:r>
            <a:r>
              <a:rPr lang="zh-CN" altLang="en-US" sz="2000" b="1" dirty="0" smtClean="0">
                <a:latin typeface="微软雅黑" panose="020B0503020204020204" charset="-122"/>
                <a:ea typeface="微软雅黑" panose="020B0503020204020204" charset="-122"/>
                <a:sym typeface="+mn-ea"/>
              </a:rPr>
              <a:t>绝对温度补偿</a:t>
            </a:r>
            <a:endParaRPr lang="zh-CN" altLang="en-US" sz="2000" b="1" dirty="0" smtClean="0">
              <a:latin typeface="微软雅黑" panose="020B0503020204020204" charset="-122"/>
              <a:ea typeface="微软雅黑" panose="020B0503020204020204" charset="-122"/>
              <a:sym typeface="+mn-ea"/>
            </a:endParaRPr>
          </a:p>
        </p:txBody>
      </p:sp>
      <p:sp>
        <p:nvSpPr>
          <p:cNvPr id="23" name="文本框 22"/>
          <p:cNvSpPr txBox="1"/>
          <p:nvPr/>
        </p:nvSpPr>
        <p:spPr>
          <a:xfrm>
            <a:off x="540000" y="1764000"/>
            <a:ext cx="8280000" cy="2861310"/>
          </a:xfrm>
          <a:prstGeom prst="rect">
            <a:avLst/>
          </a:prstGeom>
          <a:noFill/>
        </p:spPr>
        <p:txBody>
          <a:bodyPr wrap="square" rtlCol="0">
            <a:spAutoFit/>
          </a:bodyPr>
          <a:p>
            <a:r>
              <a:rPr lang="zh-CN" altLang="en-US"/>
              <a:t>温度补偿：由前面步骤得到的温度，可能与基准源存在一定差异。需要观察多个</a:t>
            </a:r>
            <a:endParaRPr lang="zh-CN" altLang="en-US"/>
          </a:p>
          <a:p>
            <a:endParaRPr lang="zh-CN" altLang="en-US"/>
          </a:p>
          <a:p>
            <a:r>
              <a:rPr lang="zh-CN" altLang="en-US"/>
              <a:t>基准源的测温结果，再根据测温精度要求，对得到的温度进行绝对温度补偿。</a:t>
            </a:r>
            <a:endParaRPr lang="zh-CN" altLang="en-US"/>
          </a:p>
          <a:p>
            <a:endParaRPr lang="zh-CN" altLang="en-US"/>
          </a:p>
          <a:p>
            <a:endParaRPr lang="zh-CN" altLang="en-US"/>
          </a:p>
          <a:p>
            <a:endParaRPr lang="zh-CN" altLang="en-US"/>
          </a:p>
          <a:p>
            <a:endParaRPr lang="zh-CN" altLang="en-US"/>
          </a:p>
          <a:p>
            <a:endParaRPr lang="zh-CN" altLang="en-US"/>
          </a:p>
          <a:p>
            <a:r>
              <a:rPr lang="zh-CN" altLang="en-US"/>
              <a:t> </a:t>
            </a:r>
            <a:r>
              <a:rPr lang="en-US" altLang="zh-CN"/>
              <a:t>                 </a:t>
            </a:r>
            <a:endParaRPr lang="zh-CN" altLang="en-US"/>
          </a:p>
          <a:p>
            <a:r>
              <a:rPr lang="en-US" altLang="zh-CN"/>
              <a:t>                  </a:t>
            </a:r>
            <a:endParaRPr lang="zh-CN" altLang="en-US"/>
          </a:p>
        </p:txBody>
      </p:sp>
    </p:spTree>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矩形 30"/>
          <p:cNvSpPr/>
          <p:nvPr/>
        </p:nvSpPr>
        <p:spPr>
          <a:xfrm>
            <a:off x="335360" y="753448"/>
            <a:ext cx="2168525" cy="398780"/>
          </a:xfrm>
          <a:prstGeom prst="rect">
            <a:avLst/>
          </a:prstGeom>
        </p:spPr>
        <p:txBody>
          <a:bodyPr wrap="none">
            <a:spAutoFit/>
          </a:bodyPr>
          <a:lstStyle/>
          <a:p>
            <a:pPr>
              <a:defRPr/>
            </a:pPr>
            <a:r>
              <a:rPr lang="en-US" altLang="zh-CN" sz="2000" b="1" dirty="0" smtClean="0">
                <a:latin typeface="微软雅黑" panose="020B0503020204020204" charset="-122"/>
                <a:ea typeface="微软雅黑" panose="020B0503020204020204" charset="-122"/>
              </a:rPr>
              <a:t>2.7 </a:t>
            </a:r>
            <a:r>
              <a:rPr lang="zh-CN" altLang="en-US" sz="2000" b="1" dirty="0" smtClean="0">
                <a:latin typeface="微软雅黑" panose="020B0503020204020204" charset="-122"/>
                <a:ea typeface="微软雅黑" panose="020B0503020204020204" charset="-122"/>
              </a:rPr>
              <a:t>多条曲线测温</a:t>
            </a:r>
            <a:endParaRPr lang="zh-CN" altLang="en-US" sz="2000" b="1" dirty="0" smtClean="0">
              <a:latin typeface="微软雅黑" panose="020B0503020204020204" charset="-122"/>
              <a:ea typeface="微软雅黑" panose="020B0503020204020204" charset="-122"/>
            </a:endParaRPr>
          </a:p>
        </p:txBody>
      </p:sp>
      <p:sp>
        <p:nvSpPr>
          <p:cNvPr id="34" name="矩形 33"/>
          <p:cNvSpPr/>
          <p:nvPr/>
        </p:nvSpPr>
        <p:spPr>
          <a:xfrm>
            <a:off x="635" y="268605"/>
            <a:ext cx="12192000" cy="38989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b="1" noProof="1" smtClean="0">
                <a:solidFill>
                  <a:srgbClr val="FFFFFF"/>
                </a:solidFill>
                <a:sym typeface="+mn-ea"/>
              </a:rPr>
              <a:t> </a:t>
            </a:r>
            <a:r>
              <a:rPr lang="zh-CN" altLang="en-US" sz="2400" b="1" noProof="1" smtClean="0">
                <a:solidFill>
                  <a:srgbClr val="FFFFFF"/>
                </a:solidFill>
                <a:latin typeface="微软雅黑" panose="020B0503020204020204" charset="-122"/>
                <a:ea typeface="微软雅黑" panose="020B0503020204020204" charset="-122"/>
                <a:sym typeface="+mn-ea"/>
              </a:rPr>
              <a:t>二</a:t>
            </a:r>
            <a:r>
              <a:rPr lang="en-US" altLang="zh-CN" sz="2400" b="1" noProof="1" smtClean="0">
                <a:solidFill>
                  <a:srgbClr val="FFFFFF"/>
                </a:solidFill>
                <a:latin typeface="微软雅黑" panose="020B0503020204020204" charset="-122"/>
                <a:ea typeface="微软雅黑" panose="020B0503020204020204" charset="-122"/>
                <a:sym typeface="+mn-ea"/>
              </a:rPr>
              <a:t>.</a:t>
            </a:r>
            <a:r>
              <a:rPr lang="zh-CN" altLang="en-US" sz="2400" dirty="0" smtClean="0">
                <a:solidFill>
                  <a:schemeClr val="bg1"/>
                </a:solidFill>
                <a:sym typeface="+mn-ea"/>
              </a:rPr>
              <a:t> </a:t>
            </a:r>
            <a:r>
              <a:rPr lang="zh-CN" altLang="en-US" sz="2400" b="1" dirty="0" smtClean="0">
                <a:solidFill>
                  <a:schemeClr val="bg1"/>
                </a:solidFill>
                <a:latin typeface="微软雅黑" panose="020B0503020204020204" charset="-122"/>
                <a:ea typeface="微软雅黑" panose="020B0503020204020204" charset="-122"/>
                <a:sym typeface="+mn-ea"/>
              </a:rPr>
              <a:t>测温</a:t>
            </a:r>
            <a:r>
              <a:rPr lang="zh-CN" sz="2400" b="1" dirty="0">
                <a:solidFill>
                  <a:schemeClr val="bg1"/>
                </a:solidFill>
                <a:latin typeface="微软雅黑" panose="020B0503020204020204" charset="-122"/>
                <a:ea typeface="微软雅黑" panose="020B0503020204020204" charset="-122"/>
                <a:sym typeface="+mn-ea"/>
              </a:rPr>
              <a:t>模块详细介绍</a:t>
            </a:r>
            <a:endParaRPr lang="zh-CN" sz="2400" b="1" noProof="1" smtClean="0">
              <a:solidFill>
                <a:srgbClr val="FFFFFF"/>
              </a:solidFill>
              <a:latin typeface="微软雅黑" panose="020B0503020204020204" charset="-122"/>
              <a:ea typeface="微软雅黑" panose="020B0503020204020204" charset="-122"/>
              <a:sym typeface="+mn-ea"/>
            </a:endParaRPr>
          </a:p>
        </p:txBody>
      </p:sp>
      <p:sp>
        <p:nvSpPr>
          <p:cNvPr id="2" name="文本框 1"/>
          <p:cNvSpPr txBox="1"/>
          <p:nvPr/>
        </p:nvSpPr>
        <p:spPr>
          <a:xfrm>
            <a:off x="480060" y="6165215"/>
            <a:ext cx="10530840" cy="398780"/>
          </a:xfrm>
          <a:prstGeom prst="rect">
            <a:avLst/>
          </a:prstGeom>
          <a:noFill/>
        </p:spPr>
        <p:txBody>
          <a:bodyPr wrap="square" rtlCol="0">
            <a:spAutoFit/>
          </a:bodyPr>
          <a:lstStyle/>
          <a:p>
            <a:endParaRPr lang="zh-CN" altLang="en-US" sz="2000" dirty="0"/>
          </a:p>
        </p:txBody>
      </p:sp>
      <p:sp>
        <p:nvSpPr>
          <p:cNvPr id="23" name="文本框 22"/>
          <p:cNvSpPr txBox="1"/>
          <p:nvPr/>
        </p:nvSpPr>
        <p:spPr>
          <a:xfrm>
            <a:off x="540000" y="1764000"/>
            <a:ext cx="8280000" cy="2030095"/>
          </a:xfrm>
          <a:prstGeom prst="rect">
            <a:avLst/>
          </a:prstGeom>
          <a:noFill/>
        </p:spPr>
        <p:txBody>
          <a:bodyPr wrap="square" rtlCol="0">
            <a:spAutoFit/>
          </a:bodyPr>
          <a:p>
            <a:r>
              <a:rPr lang="zh-CN" altLang="en-US"/>
              <a:t>多条曲线测温：对于某一焦温，使用的测温曲线共</a:t>
            </a:r>
            <a:r>
              <a:rPr lang="en-US" altLang="zh-CN"/>
              <a:t>4</a:t>
            </a:r>
            <a:r>
              <a:rPr lang="zh-CN" altLang="en-US"/>
              <a:t>条（取决于测温方式），根</a:t>
            </a:r>
            <a:endParaRPr lang="zh-CN" altLang="en-US"/>
          </a:p>
          <a:p>
            <a:endParaRPr lang="zh-CN" altLang="en-US"/>
          </a:p>
          <a:p>
            <a:r>
              <a:rPr lang="zh-CN" altLang="en-US"/>
              <a:t>据数据包中的焦温数组，确定其所属的焦温档位并确定测温曲线（邻近两个焦温</a:t>
            </a:r>
            <a:endParaRPr lang="zh-CN" altLang="en-US"/>
          </a:p>
          <a:p>
            <a:endParaRPr lang="zh-CN" altLang="en-US"/>
          </a:p>
          <a:p>
            <a:r>
              <a:rPr lang="zh-CN" altLang="en-US"/>
              <a:t>下两个距离的曲线）。需要将</a:t>
            </a:r>
            <a:r>
              <a:rPr lang="en-US" altLang="zh-CN"/>
              <a:t>Y16</a:t>
            </a:r>
            <a:r>
              <a:rPr lang="zh-CN" altLang="en-US"/>
              <a:t>代入这</a:t>
            </a:r>
            <a:r>
              <a:rPr lang="en-US" altLang="zh-CN"/>
              <a:t>4</a:t>
            </a:r>
            <a:r>
              <a:rPr lang="zh-CN" altLang="en-US"/>
              <a:t>条曲线获取</a:t>
            </a:r>
            <a:r>
              <a:rPr lang="en-US" altLang="zh-CN"/>
              <a:t>4</a:t>
            </a:r>
            <a:r>
              <a:rPr lang="zh-CN" altLang="en-US"/>
              <a:t>个温度结果。</a:t>
            </a:r>
            <a:endParaRPr lang="zh-CN" altLang="en-US"/>
          </a:p>
          <a:p>
            <a:r>
              <a:rPr lang="zh-CN" altLang="en-US"/>
              <a:t> </a:t>
            </a:r>
            <a:r>
              <a:rPr lang="en-US" altLang="zh-CN"/>
              <a:t>                 </a:t>
            </a:r>
            <a:endParaRPr lang="zh-CN" altLang="en-US"/>
          </a:p>
          <a:p>
            <a:r>
              <a:rPr lang="en-US" altLang="zh-CN"/>
              <a:t>                  </a:t>
            </a:r>
            <a:endParaRPr lang="zh-CN" altLang="en-US"/>
          </a:p>
        </p:txBody>
      </p:sp>
    </p:spTree>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矩形 33"/>
          <p:cNvSpPr/>
          <p:nvPr/>
        </p:nvSpPr>
        <p:spPr>
          <a:xfrm>
            <a:off x="635" y="268605"/>
            <a:ext cx="12192000" cy="38989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noProof="1" smtClean="0">
                <a:solidFill>
                  <a:srgbClr val="FFFFFF"/>
                </a:solidFill>
                <a:sym typeface="+mn-ea"/>
              </a:rPr>
              <a:t> </a:t>
            </a:r>
            <a:r>
              <a:rPr lang="zh-CN" altLang="en-US" sz="2400" b="1" noProof="1" smtClean="0">
                <a:solidFill>
                  <a:srgbClr val="FFFFFF"/>
                </a:solidFill>
                <a:latin typeface="微软雅黑" panose="020B0503020204020204" charset="-122"/>
                <a:ea typeface="微软雅黑" panose="020B0503020204020204" charset="-122"/>
                <a:sym typeface="+mn-ea"/>
              </a:rPr>
              <a:t>二</a:t>
            </a:r>
            <a:r>
              <a:rPr lang="en-US" altLang="zh-CN" sz="2400" b="1" noProof="1" smtClean="0">
                <a:solidFill>
                  <a:srgbClr val="FFFFFF"/>
                </a:solidFill>
                <a:latin typeface="微软雅黑" panose="020B0503020204020204" charset="-122"/>
                <a:ea typeface="微软雅黑" panose="020B0503020204020204" charset="-122"/>
                <a:sym typeface="+mn-ea"/>
              </a:rPr>
              <a:t>.</a:t>
            </a:r>
            <a:r>
              <a:rPr lang="zh-CN" altLang="en-US" sz="2400" dirty="0" smtClean="0">
                <a:solidFill>
                  <a:schemeClr val="bg1"/>
                </a:solidFill>
                <a:sym typeface="+mn-ea"/>
              </a:rPr>
              <a:t> </a:t>
            </a:r>
            <a:r>
              <a:rPr lang="zh-CN" altLang="en-US" sz="2400" b="1" dirty="0" smtClean="0">
                <a:solidFill>
                  <a:schemeClr val="bg1"/>
                </a:solidFill>
                <a:latin typeface="微软雅黑" panose="020B0503020204020204" charset="-122"/>
                <a:ea typeface="微软雅黑" panose="020B0503020204020204" charset="-122"/>
                <a:sym typeface="+mn-ea"/>
              </a:rPr>
              <a:t>测温</a:t>
            </a:r>
            <a:r>
              <a:rPr lang="zh-CN" sz="2400" b="1" dirty="0">
                <a:solidFill>
                  <a:schemeClr val="bg1"/>
                </a:solidFill>
                <a:latin typeface="微软雅黑" panose="020B0503020204020204" charset="-122"/>
                <a:ea typeface="微软雅黑" panose="020B0503020204020204" charset="-122"/>
                <a:sym typeface="+mn-ea"/>
              </a:rPr>
              <a:t>模块详细介绍</a:t>
            </a:r>
            <a:endParaRPr lang="zh-CN" sz="2400" b="1" noProof="1" smtClean="0">
              <a:solidFill>
                <a:srgbClr val="FFFFFF"/>
              </a:solidFill>
              <a:latin typeface="微软雅黑" panose="020B0503020204020204" charset="-122"/>
              <a:ea typeface="微软雅黑" panose="020B0503020204020204" charset="-122"/>
              <a:sym typeface="+mn-ea"/>
            </a:endParaRPr>
          </a:p>
        </p:txBody>
      </p:sp>
      <p:sp>
        <p:nvSpPr>
          <p:cNvPr id="2" name="文本框 1"/>
          <p:cNvSpPr txBox="1"/>
          <p:nvPr/>
        </p:nvSpPr>
        <p:spPr>
          <a:xfrm>
            <a:off x="480060" y="6165215"/>
            <a:ext cx="10530840" cy="398780"/>
          </a:xfrm>
          <a:prstGeom prst="rect">
            <a:avLst/>
          </a:prstGeom>
          <a:noFill/>
        </p:spPr>
        <p:txBody>
          <a:bodyPr wrap="square" rtlCol="0">
            <a:spAutoFit/>
          </a:bodyPr>
          <a:lstStyle/>
          <a:p>
            <a:endParaRPr lang="zh-CN" altLang="en-US" sz="2000" dirty="0"/>
          </a:p>
        </p:txBody>
      </p:sp>
      <p:sp>
        <p:nvSpPr>
          <p:cNvPr id="23" name="文本框 22"/>
          <p:cNvSpPr txBox="1"/>
          <p:nvPr/>
        </p:nvSpPr>
        <p:spPr>
          <a:xfrm>
            <a:off x="540000" y="1764000"/>
            <a:ext cx="8280000" cy="2306955"/>
          </a:xfrm>
          <a:prstGeom prst="rect">
            <a:avLst/>
          </a:prstGeom>
          <a:noFill/>
        </p:spPr>
        <p:txBody>
          <a:bodyPr wrap="square" rtlCol="0">
            <a:spAutoFit/>
          </a:bodyPr>
          <a:p>
            <a:r>
              <a:rPr lang="zh-CN" altLang="en-US"/>
              <a:t>焦温权重：根据实时焦温、当前焦温档位以及焦温数组计算当前焦温在当前焦温</a:t>
            </a:r>
            <a:endParaRPr lang="zh-CN" altLang="en-US"/>
          </a:p>
          <a:p>
            <a:endParaRPr lang="zh-CN" altLang="en-US"/>
          </a:p>
          <a:p>
            <a:r>
              <a:rPr lang="zh-CN" altLang="en-US"/>
              <a:t>档位对应的两个焦温所占权重；</a:t>
            </a:r>
            <a:endParaRPr lang="zh-CN" altLang="en-US"/>
          </a:p>
          <a:p>
            <a:endParaRPr lang="zh-CN" altLang="en-US">
              <a:sym typeface="+mn-ea"/>
            </a:endParaRPr>
          </a:p>
          <a:p>
            <a:r>
              <a:rPr lang="zh-CN" altLang="en-US">
                <a:sym typeface="+mn-ea"/>
              </a:rPr>
              <a:t>温度计算：根据焦温权重计算出当前焦温使用近距离曲线和远距离曲线得出的测</a:t>
            </a:r>
            <a:endParaRPr lang="zh-CN" altLang="en-US">
              <a:sym typeface="+mn-ea"/>
            </a:endParaRPr>
          </a:p>
          <a:p>
            <a:endParaRPr lang="zh-CN" altLang="en-US">
              <a:sym typeface="+mn-ea"/>
            </a:endParaRPr>
          </a:p>
          <a:p>
            <a:r>
              <a:rPr lang="zh-CN" altLang="en-US">
                <a:sym typeface="+mn-ea"/>
              </a:rPr>
              <a:t>温结果。</a:t>
            </a:r>
            <a:endParaRPr lang="zh-CN" altLang="en-US">
              <a:sym typeface="+mn-ea"/>
            </a:endParaRPr>
          </a:p>
          <a:p>
            <a:endParaRPr lang="zh-CN" altLang="en-US"/>
          </a:p>
        </p:txBody>
      </p:sp>
      <p:sp>
        <p:nvSpPr>
          <p:cNvPr id="31" name="矩形 30"/>
          <p:cNvSpPr/>
          <p:nvPr/>
        </p:nvSpPr>
        <p:spPr>
          <a:xfrm>
            <a:off x="335360" y="753448"/>
            <a:ext cx="2676525" cy="398780"/>
          </a:xfrm>
          <a:prstGeom prst="rect">
            <a:avLst/>
          </a:prstGeom>
        </p:spPr>
        <p:txBody>
          <a:bodyPr wrap="none">
            <a:spAutoFit/>
          </a:bodyPr>
          <a:p>
            <a:pPr>
              <a:defRPr/>
            </a:pPr>
            <a:r>
              <a:rPr lang="en-US" altLang="zh-CN" sz="2000" b="1" dirty="0" smtClean="0">
                <a:latin typeface="微软雅黑" panose="020B0503020204020204" charset="-122"/>
                <a:ea typeface="微软雅黑" panose="020B0503020204020204" charset="-122"/>
              </a:rPr>
              <a:t>2.8 </a:t>
            </a:r>
            <a:r>
              <a:rPr lang="zh-CN" altLang="en-US" sz="2000" b="1" dirty="0" smtClean="0">
                <a:latin typeface="微软雅黑" panose="020B0503020204020204" charset="-122"/>
                <a:ea typeface="微软雅黑" panose="020B0503020204020204" charset="-122"/>
              </a:rPr>
              <a:t>当前焦温温度</a:t>
            </a:r>
            <a:r>
              <a:rPr lang="zh-CN" altLang="en-US" sz="2000" b="1" dirty="0" smtClean="0">
                <a:latin typeface="微软雅黑" panose="020B0503020204020204" charset="-122"/>
                <a:ea typeface="微软雅黑" panose="020B0503020204020204" charset="-122"/>
              </a:rPr>
              <a:t>计算</a:t>
            </a:r>
            <a:endParaRPr lang="zh-CN" altLang="en-US" sz="2000" b="1" dirty="0" smtClean="0">
              <a:latin typeface="微软雅黑" panose="020B0503020204020204" charset="-122"/>
              <a:ea typeface="微软雅黑" panose="020B0503020204020204" charset="-122"/>
            </a:endParaRPr>
          </a:p>
        </p:txBody>
      </p:sp>
    </p:spTree>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635" y="268605"/>
            <a:ext cx="12192000" cy="38989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400" b="1" noProof="1" smtClean="0">
                <a:solidFill>
                  <a:srgbClr val="FFFFFF"/>
                </a:solidFill>
                <a:latin typeface="微软雅黑" panose="020B0503020204020204" charset="-122"/>
                <a:ea typeface="微软雅黑" panose="020B0503020204020204" charset="-122"/>
                <a:cs typeface="微软雅黑" panose="020B0503020204020204" charset="-122"/>
                <a:sym typeface="+mn-ea"/>
              </a:rPr>
              <a:t> </a:t>
            </a:r>
            <a:r>
              <a:rPr lang="zh-CN" altLang="en-US" sz="2400" b="1" noProof="1" smtClean="0">
                <a:solidFill>
                  <a:srgbClr val="FFFFFF"/>
                </a:solidFill>
                <a:latin typeface="微软雅黑" panose="020B0503020204020204" charset="-122"/>
                <a:ea typeface="微软雅黑" panose="020B0503020204020204" charset="-122"/>
                <a:cs typeface="微软雅黑" panose="020B0503020204020204" charset="-122"/>
                <a:sym typeface="+mn-ea"/>
              </a:rPr>
              <a:t>二</a:t>
            </a:r>
            <a:r>
              <a:rPr lang="en-US" altLang="zh-CN" sz="2400" b="1" noProof="1" smtClean="0">
                <a:solidFill>
                  <a:srgbClr val="FFFFFF"/>
                </a:solidFill>
                <a:latin typeface="微软雅黑" panose="020B0503020204020204" charset="-122"/>
                <a:ea typeface="微软雅黑" panose="020B0503020204020204" charset="-122"/>
                <a:cs typeface="微软雅黑" panose="020B0503020204020204" charset="-122"/>
                <a:sym typeface="+mn-ea"/>
              </a:rPr>
              <a:t>.</a:t>
            </a:r>
            <a:r>
              <a:rPr lang="zh-CN" altLang="en-US" sz="2400" dirty="0" smtClean="0">
                <a:solidFill>
                  <a:schemeClr val="bg1"/>
                </a:solidFill>
                <a:sym typeface="+mn-ea"/>
              </a:rPr>
              <a:t> </a:t>
            </a:r>
            <a:r>
              <a:rPr lang="zh-CN" altLang="en-US" sz="2400" b="1" dirty="0" smtClean="0">
                <a:solidFill>
                  <a:schemeClr val="bg1"/>
                </a:solidFill>
                <a:latin typeface="微软雅黑" panose="020B0503020204020204" charset="-122"/>
                <a:ea typeface="微软雅黑" panose="020B0503020204020204" charset="-122"/>
                <a:sym typeface="+mn-ea"/>
              </a:rPr>
              <a:t>测温</a:t>
            </a:r>
            <a:r>
              <a:rPr lang="zh-CN" sz="2400" b="1" dirty="0">
                <a:solidFill>
                  <a:schemeClr val="bg1"/>
                </a:solidFill>
                <a:latin typeface="微软雅黑" panose="020B0503020204020204" charset="-122"/>
                <a:ea typeface="微软雅黑" panose="020B0503020204020204" charset="-122"/>
                <a:sym typeface="+mn-ea"/>
              </a:rPr>
              <a:t>模块详细介绍</a:t>
            </a:r>
            <a:endParaRPr lang="zh-CN" sz="2400" b="1" noProof="1" smtClean="0">
              <a:solidFill>
                <a:srgbClr val="FFFFFF"/>
              </a:solidFill>
              <a:latin typeface="微软雅黑" panose="020B0503020204020204" charset="-122"/>
              <a:ea typeface="微软雅黑" panose="020B0503020204020204" charset="-122"/>
              <a:sym typeface="+mn-ea"/>
            </a:endParaRPr>
          </a:p>
        </p:txBody>
      </p:sp>
      <p:sp>
        <p:nvSpPr>
          <p:cNvPr id="31" name="矩形 30"/>
          <p:cNvSpPr/>
          <p:nvPr/>
        </p:nvSpPr>
        <p:spPr>
          <a:xfrm>
            <a:off x="335360" y="753448"/>
            <a:ext cx="1660525" cy="398780"/>
          </a:xfrm>
          <a:prstGeom prst="rect">
            <a:avLst/>
          </a:prstGeom>
        </p:spPr>
        <p:txBody>
          <a:bodyPr wrap="none">
            <a:spAutoFit/>
          </a:bodyPr>
          <a:lstStyle/>
          <a:p>
            <a:pPr>
              <a:defRPr/>
            </a:pPr>
            <a:r>
              <a:rPr lang="en-US" altLang="zh-CN" sz="2000" b="1" dirty="0" smtClean="0">
                <a:latin typeface="微软雅黑" panose="020B0503020204020204" charset="-122"/>
                <a:ea typeface="微软雅黑" panose="020B0503020204020204" charset="-122"/>
              </a:rPr>
              <a:t>2.9 </a:t>
            </a:r>
            <a:r>
              <a:rPr lang="zh-CN" altLang="en-US" sz="2000" b="1" dirty="0" smtClean="0">
                <a:latin typeface="微软雅黑" panose="020B0503020204020204" charset="-122"/>
                <a:ea typeface="微软雅黑" panose="020B0503020204020204" charset="-122"/>
              </a:rPr>
              <a:t>距离修正</a:t>
            </a:r>
            <a:endParaRPr lang="zh-CN" altLang="en-US" sz="2000" b="1" dirty="0" smtClean="0">
              <a:latin typeface="微软雅黑" panose="020B0503020204020204" charset="-122"/>
              <a:ea typeface="微软雅黑" panose="020B0503020204020204" charset="-122"/>
            </a:endParaRPr>
          </a:p>
        </p:txBody>
      </p:sp>
      <p:sp>
        <p:nvSpPr>
          <p:cNvPr id="3" name="文本框 2"/>
          <p:cNvSpPr txBox="1"/>
          <p:nvPr/>
        </p:nvSpPr>
        <p:spPr>
          <a:xfrm>
            <a:off x="540000" y="1764000"/>
            <a:ext cx="8412480" cy="3692525"/>
          </a:xfrm>
          <a:prstGeom prst="rect">
            <a:avLst/>
          </a:prstGeom>
          <a:noFill/>
        </p:spPr>
        <p:txBody>
          <a:bodyPr wrap="none" rtlCol="0" anchor="t">
            <a:spAutoFit/>
          </a:bodyPr>
          <a:p>
            <a:r>
              <a:rPr lang="zh-CN" altLang="en-US">
                <a:sym typeface="+mn-ea"/>
              </a:rPr>
              <a:t>距离修正：在实际使用中，随着设备与测试目标的距离变化，测温结果也会变化，</a:t>
            </a:r>
            <a:endParaRPr lang="zh-CN" altLang="en-US">
              <a:sym typeface="+mn-ea"/>
            </a:endParaRPr>
          </a:p>
          <a:p>
            <a:endParaRPr lang="zh-CN" altLang="en-US">
              <a:sym typeface="+mn-ea"/>
            </a:endParaRPr>
          </a:p>
          <a:p>
            <a:r>
              <a:rPr lang="zh-CN" altLang="en-US">
                <a:sym typeface="+mn-ea"/>
              </a:rPr>
              <a:t>为了保证设备在不同距离测试同一目标的结果相同，需要进行距离修正。</a:t>
            </a:r>
            <a:endParaRPr lang="zh-CN" altLang="en-US">
              <a:sym typeface="+mn-ea"/>
            </a:endParaRPr>
          </a:p>
          <a:p>
            <a:endParaRPr lang="zh-CN" altLang="en-US">
              <a:sym typeface="+mn-ea"/>
            </a:endParaRPr>
          </a:p>
          <a:p>
            <a:r>
              <a:rPr lang="zh-CN" altLang="en-US">
                <a:sym typeface="+mn-ea"/>
              </a:rPr>
              <a:t>距离权重：根据</a:t>
            </a:r>
            <a:r>
              <a:rPr lang="zh-CN" altLang="en-US">
                <a:sym typeface="+mn-ea"/>
              </a:rPr>
              <a:t>当前距离和距离数组计算当前距离的权重；</a:t>
            </a:r>
            <a:endParaRPr lang="zh-CN" altLang="en-US">
              <a:sym typeface="+mn-ea"/>
            </a:endParaRPr>
          </a:p>
          <a:p>
            <a:endParaRPr lang="zh-CN" altLang="en-US"/>
          </a:p>
          <a:p>
            <a:r>
              <a:rPr lang="zh-CN" altLang="en-US"/>
              <a:t>温度计算：根据不同的测温产品选择对应的距离修正方式</a:t>
            </a:r>
            <a:endParaRPr lang="zh-CN" altLang="en-US"/>
          </a:p>
          <a:p>
            <a:endParaRPr lang="en-US" altLang="zh-CN"/>
          </a:p>
          <a:p>
            <a:r>
              <a:rPr lang="en-US" altLang="zh-CN"/>
              <a:t>                  </a:t>
            </a:r>
            <a:r>
              <a:rPr lang="zh-CN" altLang="en-US"/>
              <a:t>（</a:t>
            </a:r>
            <a:r>
              <a:rPr lang="en-US" altLang="zh-CN"/>
              <a:t>1</a:t>
            </a:r>
            <a:r>
              <a:rPr lang="zh-CN" altLang="en-US"/>
              <a:t>）基于距离权重；</a:t>
            </a:r>
            <a:endParaRPr lang="zh-CN" altLang="en-US"/>
          </a:p>
          <a:p>
            <a:endParaRPr lang="zh-CN" altLang="en-US"/>
          </a:p>
          <a:p>
            <a:r>
              <a:rPr lang="en-US" altLang="zh-CN"/>
              <a:t>                  </a:t>
            </a:r>
            <a:r>
              <a:rPr lang="zh-CN" altLang="en-US"/>
              <a:t>（</a:t>
            </a:r>
            <a:r>
              <a:rPr lang="en-US" altLang="zh-CN"/>
              <a:t>2</a:t>
            </a:r>
            <a:r>
              <a:rPr lang="zh-CN" altLang="en-US"/>
              <a:t>）以某一距离的温度为基准，采集其他距离下的</a:t>
            </a:r>
            <a:endParaRPr lang="zh-CN" altLang="en-US"/>
          </a:p>
          <a:p>
            <a:endParaRPr lang="zh-CN" altLang="en-US"/>
          </a:p>
          <a:p>
            <a:r>
              <a:rPr lang="en-US" altLang="zh-CN"/>
              <a:t>                            </a:t>
            </a:r>
            <a:r>
              <a:rPr lang="zh-CN" altLang="en-US"/>
              <a:t>测温结果，拟合修正参数；</a:t>
            </a:r>
            <a:endParaRPr lang="zh-CN" altLang="en-US"/>
          </a:p>
        </p:txBody>
      </p:sp>
    </p:spTree>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80060" y="6165215"/>
            <a:ext cx="10530840" cy="398780"/>
          </a:xfrm>
          <a:prstGeom prst="rect">
            <a:avLst/>
          </a:prstGeom>
          <a:noFill/>
        </p:spPr>
        <p:txBody>
          <a:bodyPr wrap="square" rtlCol="0">
            <a:spAutoFit/>
          </a:bodyPr>
          <a:lstStyle/>
          <a:p>
            <a:endParaRPr lang="zh-CN" altLang="en-US" sz="2000" dirty="0"/>
          </a:p>
        </p:txBody>
      </p:sp>
      <p:sp>
        <p:nvSpPr>
          <p:cNvPr id="6" name="矩形 5"/>
          <p:cNvSpPr/>
          <p:nvPr/>
        </p:nvSpPr>
        <p:spPr>
          <a:xfrm>
            <a:off x="635" y="268605"/>
            <a:ext cx="12192000" cy="38989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noProof="1" smtClean="0">
                <a:solidFill>
                  <a:srgbClr val="FFFFFF"/>
                </a:solidFill>
                <a:sym typeface="+mn-ea"/>
              </a:rPr>
              <a:t> </a:t>
            </a:r>
            <a:r>
              <a:rPr lang="zh-CN" altLang="en-US" sz="2400" b="1" noProof="1" smtClean="0">
                <a:solidFill>
                  <a:srgbClr val="FFFFFF"/>
                </a:solidFill>
                <a:latin typeface="微软雅黑" panose="020B0503020204020204" charset="-122"/>
                <a:ea typeface="微软雅黑" panose="020B0503020204020204" charset="-122"/>
                <a:sym typeface="+mn-ea"/>
              </a:rPr>
              <a:t>二</a:t>
            </a:r>
            <a:r>
              <a:rPr lang="en-US" altLang="zh-CN" sz="2400" b="1" noProof="1" smtClean="0">
                <a:solidFill>
                  <a:srgbClr val="FFFFFF"/>
                </a:solidFill>
                <a:latin typeface="微软雅黑" panose="020B0503020204020204" charset="-122"/>
                <a:ea typeface="微软雅黑" panose="020B0503020204020204" charset="-122"/>
                <a:sym typeface="+mn-ea"/>
              </a:rPr>
              <a:t>.</a:t>
            </a:r>
            <a:r>
              <a:rPr lang="zh-CN" altLang="en-US" sz="2400" dirty="0" smtClean="0">
                <a:solidFill>
                  <a:schemeClr val="bg1"/>
                </a:solidFill>
                <a:sym typeface="+mn-ea"/>
              </a:rPr>
              <a:t> </a:t>
            </a:r>
            <a:r>
              <a:rPr lang="zh-CN" altLang="en-US" sz="2400" b="1" dirty="0" smtClean="0">
                <a:solidFill>
                  <a:schemeClr val="bg1"/>
                </a:solidFill>
                <a:latin typeface="微软雅黑" panose="020B0503020204020204" charset="-122"/>
                <a:ea typeface="微软雅黑" panose="020B0503020204020204" charset="-122"/>
                <a:sym typeface="+mn-ea"/>
              </a:rPr>
              <a:t>测温模块详细介绍</a:t>
            </a:r>
            <a:endParaRPr lang="zh-CN" altLang="en-US" sz="2400" b="1" noProof="1" dirty="0" smtClean="0">
              <a:solidFill>
                <a:schemeClr val="bg1"/>
              </a:solidFill>
              <a:latin typeface="微软雅黑" panose="020B0503020204020204" charset="-122"/>
              <a:ea typeface="微软雅黑" panose="020B0503020204020204" charset="-122"/>
              <a:sym typeface="+mn-ea"/>
            </a:endParaRPr>
          </a:p>
        </p:txBody>
      </p:sp>
      <p:sp>
        <p:nvSpPr>
          <p:cNvPr id="23" name="文本框 22"/>
          <p:cNvSpPr txBox="1"/>
          <p:nvPr/>
        </p:nvSpPr>
        <p:spPr>
          <a:xfrm>
            <a:off x="540000" y="1764000"/>
            <a:ext cx="8280000" cy="3969385"/>
          </a:xfrm>
          <a:prstGeom prst="rect">
            <a:avLst/>
          </a:prstGeom>
          <a:noFill/>
        </p:spPr>
        <p:txBody>
          <a:bodyPr wrap="square" rtlCol="0">
            <a:spAutoFit/>
          </a:bodyPr>
          <a:p>
            <a:r>
              <a:rPr lang="zh-CN" altLang="en-US"/>
              <a:t>透过率：在入射光通量自被照面或介质入射面至另外一面离开的过程中，投射并</a:t>
            </a:r>
            <a:endParaRPr lang="zh-CN" altLang="en-US"/>
          </a:p>
          <a:p>
            <a:endParaRPr lang="zh-CN" altLang="en-US"/>
          </a:p>
          <a:p>
            <a:r>
              <a:rPr lang="zh-CN" altLang="en-US"/>
              <a:t>透过物体的辐射能与投射到物体上的总辐射能之比，称为该物体的透过率。</a:t>
            </a:r>
            <a:endParaRPr lang="zh-CN" altLang="en-US"/>
          </a:p>
          <a:p>
            <a:endParaRPr lang="zh-CN" altLang="en-US"/>
          </a:p>
          <a:p>
            <a:r>
              <a:rPr lang="zh-CN" altLang="en-US"/>
              <a:t>透过率修正：在实际产品应用中，红外模组前基本会放置某种材料的玻璃（常用</a:t>
            </a:r>
            <a:endParaRPr lang="zh-CN" altLang="en-US"/>
          </a:p>
          <a:p>
            <a:endParaRPr lang="zh-CN" altLang="en-US"/>
          </a:p>
          <a:p>
            <a:r>
              <a:rPr lang="zh-CN" altLang="en-US"/>
              <a:t>的锗玻璃、硅玻璃），导致模组实际接收到的辐射量会发生变化，进而影响目标</a:t>
            </a:r>
            <a:endParaRPr lang="zh-CN" altLang="en-US"/>
          </a:p>
          <a:p>
            <a:endParaRPr lang="zh-CN" altLang="en-US"/>
          </a:p>
          <a:p>
            <a:r>
              <a:rPr lang="zh-CN" altLang="en-US"/>
              <a:t>的</a:t>
            </a:r>
            <a:r>
              <a:rPr lang="en-US" altLang="zh-CN"/>
              <a:t>Y16</a:t>
            </a:r>
            <a:r>
              <a:rPr lang="zh-CN" altLang="en-US"/>
              <a:t>。因此需要进行透过率修正。</a:t>
            </a:r>
            <a:endParaRPr lang="zh-CN" altLang="en-US"/>
          </a:p>
          <a:p>
            <a:endParaRPr lang="zh-CN" altLang="en-US"/>
          </a:p>
          <a:p>
            <a:r>
              <a:rPr lang="zh-CN" altLang="en-US"/>
              <a:t>透过率修正公式如下：</a:t>
            </a:r>
            <a:endParaRPr lang="zh-CN" altLang="en-US"/>
          </a:p>
          <a:p>
            <a:endParaRPr lang="zh-CN" altLang="en-US"/>
          </a:p>
          <a:p>
            <a:r>
              <a:rPr lang="en-US" altLang="zh-CN"/>
              <a:t>                  </a:t>
            </a:r>
            <a:endParaRPr lang="en-US" altLang="zh-CN"/>
          </a:p>
          <a:p>
            <a:endParaRPr lang="zh-CN" altLang="en-US"/>
          </a:p>
        </p:txBody>
      </p:sp>
      <p:sp>
        <p:nvSpPr>
          <p:cNvPr id="3" name="矩形 2"/>
          <p:cNvSpPr/>
          <p:nvPr/>
        </p:nvSpPr>
        <p:spPr>
          <a:xfrm>
            <a:off x="551895" y="1052533"/>
            <a:ext cx="2071370" cy="398780"/>
          </a:xfrm>
          <a:prstGeom prst="rect">
            <a:avLst/>
          </a:prstGeom>
        </p:spPr>
        <p:txBody>
          <a:bodyPr wrap="none">
            <a:spAutoFit/>
          </a:bodyPr>
          <a:p>
            <a:r>
              <a:rPr lang="en-US" altLang="zh-CN" sz="2000" b="1" dirty="0" smtClean="0">
                <a:latin typeface="微软雅黑" panose="020B0503020204020204" charset="-122"/>
                <a:ea typeface="微软雅黑" panose="020B0503020204020204" charset="-122"/>
              </a:rPr>
              <a:t>2.10 </a:t>
            </a:r>
            <a:r>
              <a:rPr lang="zh-CN" altLang="en-US" sz="2000" b="1" dirty="0" smtClean="0">
                <a:latin typeface="微软雅黑" panose="020B0503020204020204" charset="-122"/>
                <a:ea typeface="微软雅黑" panose="020B0503020204020204" charset="-122"/>
              </a:rPr>
              <a:t>透过率修正</a:t>
            </a:r>
            <a:endParaRPr lang="zh-CN" altLang="en-US" sz="2000" b="1" dirty="0" smtClean="0">
              <a:latin typeface="微软雅黑" panose="020B0503020204020204" charset="-122"/>
              <a:ea typeface="微软雅黑" panose="020B0503020204020204" charset="-122"/>
              <a:sym typeface="+mn-ea"/>
            </a:endParaRPr>
          </a:p>
        </p:txBody>
      </p:sp>
      <p:graphicFrame>
        <p:nvGraphicFramePr>
          <p:cNvPr id="4" name="对象 -2147482603"/>
          <p:cNvGraphicFramePr>
            <a:graphicFrameLocks noChangeAspect="1"/>
          </p:cNvGraphicFramePr>
          <p:nvPr/>
        </p:nvGraphicFramePr>
        <p:xfrm>
          <a:off x="2135505" y="5013325"/>
          <a:ext cx="3553460" cy="405130"/>
        </p:xfrm>
        <a:graphic>
          <a:graphicData uri="http://schemas.openxmlformats.org/presentationml/2006/ole">
            <mc:AlternateContent xmlns:mc="http://schemas.openxmlformats.org/markup-compatibility/2006">
              <mc:Choice xmlns:v="urn:schemas-microsoft-com:vml" Requires="v">
                <p:oleObj spid="_x0000_s3076" name="" r:id="rId1" imgW="2005965" imgH="228600" progId="Equation.KSEE3">
                  <p:embed/>
                </p:oleObj>
              </mc:Choice>
              <mc:Fallback>
                <p:oleObj name="" r:id="rId1" imgW="2005965" imgH="228600" progId="Equation.KSEE3">
                  <p:embed/>
                  <p:pic>
                    <p:nvPicPr>
                      <p:cNvPr id="0" name="图片 3075"/>
                      <p:cNvPicPr/>
                      <p:nvPr/>
                    </p:nvPicPr>
                    <p:blipFill>
                      <a:blip r:embed="rId2"/>
                      <a:stretch>
                        <a:fillRect/>
                      </a:stretch>
                    </p:blipFill>
                    <p:spPr>
                      <a:xfrm>
                        <a:off x="2135505" y="5013325"/>
                        <a:ext cx="3553460" cy="405130"/>
                      </a:xfrm>
                      <a:prstGeom prst="rect">
                        <a:avLst/>
                      </a:prstGeom>
                      <a:noFill/>
                      <a:ln w="38100">
                        <a:noFill/>
                        <a:miter/>
                      </a:ln>
                    </p:spPr>
                  </p:pic>
                </p:oleObj>
              </mc:Fallback>
            </mc:AlternateContent>
          </a:graphicData>
        </a:graphic>
      </p:graphicFrame>
    </p:spTree>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80060" y="6165215"/>
            <a:ext cx="10530840" cy="398780"/>
          </a:xfrm>
          <a:prstGeom prst="rect">
            <a:avLst/>
          </a:prstGeom>
          <a:noFill/>
        </p:spPr>
        <p:txBody>
          <a:bodyPr wrap="square" rtlCol="0">
            <a:spAutoFit/>
          </a:bodyPr>
          <a:lstStyle/>
          <a:p>
            <a:endParaRPr lang="zh-CN" altLang="en-US" sz="2000" dirty="0"/>
          </a:p>
        </p:txBody>
      </p:sp>
      <p:sp>
        <p:nvSpPr>
          <p:cNvPr id="6" name="矩形 5"/>
          <p:cNvSpPr/>
          <p:nvPr/>
        </p:nvSpPr>
        <p:spPr>
          <a:xfrm>
            <a:off x="635" y="268605"/>
            <a:ext cx="12192000" cy="38989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noProof="1" smtClean="0">
                <a:solidFill>
                  <a:srgbClr val="FFFFFF"/>
                </a:solidFill>
                <a:sym typeface="+mn-ea"/>
              </a:rPr>
              <a:t> </a:t>
            </a:r>
            <a:r>
              <a:rPr lang="zh-CN" altLang="en-US" sz="2400" b="1" noProof="1" smtClean="0">
                <a:solidFill>
                  <a:srgbClr val="FFFFFF"/>
                </a:solidFill>
                <a:latin typeface="微软雅黑" panose="020B0503020204020204" charset="-122"/>
                <a:ea typeface="微软雅黑" panose="020B0503020204020204" charset="-122"/>
                <a:sym typeface="+mn-ea"/>
              </a:rPr>
              <a:t>二</a:t>
            </a:r>
            <a:r>
              <a:rPr lang="en-US" altLang="zh-CN" sz="2400" b="1" noProof="1" smtClean="0">
                <a:solidFill>
                  <a:srgbClr val="FFFFFF"/>
                </a:solidFill>
                <a:latin typeface="微软雅黑" panose="020B0503020204020204" charset="-122"/>
                <a:ea typeface="微软雅黑" panose="020B0503020204020204" charset="-122"/>
                <a:sym typeface="+mn-ea"/>
              </a:rPr>
              <a:t>.</a:t>
            </a:r>
            <a:r>
              <a:rPr lang="zh-CN" altLang="en-US" sz="2400" dirty="0" smtClean="0">
                <a:solidFill>
                  <a:schemeClr val="bg1"/>
                </a:solidFill>
                <a:sym typeface="+mn-ea"/>
              </a:rPr>
              <a:t> </a:t>
            </a:r>
            <a:r>
              <a:rPr lang="zh-CN" altLang="en-US" sz="2400" b="1" dirty="0" smtClean="0">
                <a:solidFill>
                  <a:schemeClr val="bg1"/>
                </a:solidFill>
                <a:latin typeface="微软雅黑" panose="020B0503020204020204" charset="-122"/>
                <a:ea typeface="微软雅黑" panose="020B0503020204020204" charset="-122"/>
                <a:sym typeface="+mn-ea"/>
              </a:rPr>
              <a:t>测温模块详细介绍</a:t>
            </a:r>
            <a:endParaRPr lang="zh-CN" altLang="en-US" sz="2400" b="1" noProof="1" dirty="0" smtClean="0">
              <a:solidFill>
                <a:schemeClr val="bg1"/>
              </a:solidFill>
              <a:latin typeface="微软雅黑" panose="020B0503020204020204" charset="-122"/>
              <a:ea typeface="微软雅黑" panose="020B0503020204020204" charset="-122"/>
              <a:sym typeface="+mn-ea"/>
            </a:endParaRPr>
          </a:p>
        </p:txBody>
      </p:sp>
      <p:sp>
        <p:nvSpPr>
          <p:cNvPr id="23" name="文本框 22"/>
          <p:cNvSpPr txBox="1"/>
          <p:nvPr/>
        </p:nvSpPr>
        <p:spPr>
          <a:xfrm>
            <a:off x="540000" y="1764000"/>
            <a:ext cx="8280000" cy="3138170"/>
          </a:xfrm>
          <a:prstGeom prst="rect">
            <a:avLst/>
          </a:prstGeom>
          <a:noFill/>
        </p:spPr>
        <p:txBody>
          <a:bodyPr wrap="square" rtlCol="0">
            <a:spAutoFit/>
          </a:bodyPr>
          <a:p>
            <a:r>
              <a:rPr lang="zh-CN" altLang="en-US"/>
              <a:t>发射率：物体在指定温度</a:t>
            </a:r>
            <a:r>
              <a:rPr lang="en-US" altLang="zh-CN"/>
              <a:t>T</a:t>
            </a:r>
            <a:r>
              <a:rPr lang="zh-CN" altLang="en-US"/>
              <a:t>时辐射量与同温度黑体辐射量的比值。</a:t>
            </a:r>
            <a:endParaRPr lang="zh-CN" altLang="en-US"/>
          </a:p>
          <a:p>
            <a:endParaRPr lang="zh-CN" altLang="en-US"/>
          </a:p>
          <a:p>
            <a:r>
              <a:rPr lang="zh-CN" altLang="en-US"/>
              <a:t>发射率修正：</a:t>
            </a:r>
            <a:r>
              <a:rPr lang="zh-CN" altLang="en-US">
                <a:sym typeface="+mn-ea"/>
              </a:rPr>
              <a:t>在实际产品应用中，由于测试目标表面材料各有差异，因此当各目</a:t>
            </a:r>
            <a:endParaRPr lang="zh-CN" altLang="en-US">
              <a:sym typeface="+mn-ea"/>
            </a:endParaRPr>
          </a:p>
          <a:p>
            <a:endParaRPr lang="zh-CN" altLang="en-US">
              <a:sym typeface="+mn-ea"/>
            </a:endParaRPr>
          </a:p>
          <a:p>
            <a:r>
              <a:rPr lang="zh-CN" altLang="en-US">
                <a:sym typeface="+mn-ea"/>
              </a:rPr>
              <a:t>标真实温度即使相同，辐射量也各不相同，表现到模组上的</a:t>
            </a:r>
            <a:r>
              <a:rPr lang="en-US" altLang="zh-CN">
                <a:sym typeface="+mn-ea"/>
              </a:rPr>
              <a:t>Y16</a:t>
            </a:r>
            <a:r>
              <a:rPr lang="zh-CN" altLang="en-US">
                <a:sym typeface="+mn-ea"/>
              </a:rPr>
              <a:t>也不相同。因此</a:t>
            </a:r>
            <a:endParaRPr lang="zh-CN" altLang="en-US">
              <a:sym typeface="+mn-ea"/>
            </a:endParaRPr>
          </a:p>
          <a:p>
            <a:endParaRPr lang="zh-CN" altLang="en-US">
              <a:sym typeface="+mn-ea"/>
            </a:endParaRPr>
          </a:p>
          <a:p>
            <a:r>
              <a:rPr lang="zh-CN" altLang="en-US">
                <a:sym typeface="+mn-ea"/>
              </a:rPr>
              <a:t>需要进行发射率修正。（目标的发射率需要明确）</a:t>
            </a:r>
            <a:endParaRPr lang="zh-CN" altLang="en-US">
              <a:sym typeface="+mn-ea"/>
            </a:endParaRPr>
          </a:p>
          <a:p>
            <a:endParaRPr lang="zh-CN" altLang="en-US"/>
          </a:p>
          <a:p>
            <a:r>
              <a:rPr lang="zh-CN" altLang="en-US">
                <a:sym typeface="+mn-ea"/>
              </a:rPr>
              <a:t>发射率修正公式如下：</a:t>
            </a:r>
            <a:endParaRPr lang="zh-CN" altLang="en-US">
              <a:sym typeface="+mn-ea"/>
            </a:endParaRPr>
          </a:p>
          <a:p>
            <a:endParaRPr lang="zh-CN" altLang="en-US">
              <a:sym typeface="+mn-ea"/>
            </a:endParaRPr>
          </a:p>
          <a:p>
            <a:r>
              <a:rPr lang="en-US" altLang="zh-CN"/>
              <a:t>                  </a:t>
            </a:r>
            <a:endParaRPr lang="zh-CN" altLang="en-US"/>
          </a:p>
        </p:txBody>
      </p:sp>
      <p:sp>
        <p:nvSpPr>
          <p:cNvPr id="3" name="矩形 2"/>
          <p:cNvSpPr/>
          <p:nvPr/>
        </p:nvSpPr>
        <p:spPr>
          <a:xfrm>
            <a:off x="551895" y="1052533"/>
            <a:ext cx="2071370" cy="398780"/>
          </a:xfrm>
          <a:prstGeom prst="rect">
            <a:avLst/>
          </a:prstGeom>
        </p:spPr>
        <p:txBody>
          <a:bodyPr wrap="none">
            <a:spAutoFit/>
          </a:bodyPr>
          <a:p>
            <a:r>
              <a:rPr lang="en-US" altLang="zh-CN" sz="2000" b="1" dirty="0" smtClean="0">
                <a:latin typeface="微软雅黑" panose="020B0503020204020204" charset="-122"/>
                <a:ea typeface="微软雅黑" panose="020B0503020204020204" charset="-122"/>
              </a:rPr>
              <a:t>2.11 </a:t>
            </a:r>
            <a:r>
              <a:rPr lang="zh-CN" altLang="en-US" sz="2000" b="1" dirty="0" smtClean="0">
                <a:latin typeface="微软雅黑" panose="020B0503020204020204" charset="-122"/>
                <a:ea typeface="微软雅黑" panose="020B0503020204020204" charset="-122"/>
              </a:rPr>
              <a:t>发射率修正</a:t>
            </a:r>
            <a:endParaRPr lang="zh-CN" altLang="en-US" sz="2000" b="1" dirty="0" smtClean="0">
              <a:latin typeface="微软雅黑" panose="020B0503020204020204" charset="-122"/>
              <a:ea typeface="微软雅黑" panose="020B0503020204020204" charset="-122"/>
              <a:sym typeface="+mn-ea"/>
            </a:endParaRPr>
          </a:p>
        </p:txBody>
      </p:sp>
      <p:graphicFrame>
        <p:nvGraphicFramePr>
          <p:cNvPr id="4" name="对象 -2147482608"/>
          <p:cNvGraphicFramePr>
            <a:graphicFrameLocks noChangeAspect="1"/>
          </p:cNvGraphicFramePr>
          <p:nvPr/>
        </p:nvGraphicFramePr>
        <p:xfrm>
          <a:off x="2063750" y="4436745"/>
          <a:ext cx="5052060" cy="332105"/>
        </p:xfrm>
        <a:graphic>
          <a:graphicData uri="http://schemas.openxmlformats.org/presentationml/2006/ole">
            <mc:AlternateContent xmlns:mc="http://schemas.openxmlformats.org/markup-compatibility/2006">
              <mc:Choice xmlns:v="urn:schemas-microsoft-com:vml" Requires="v">
                <p:oleObj spid="_x0000_s3076" name="" r:id="rId1" imgW="3670300" imgH="241300" progId="Equation.KSEE3">
                  <p:embed/>
                </p:oleObj>
              </mc:Choice>
              <mc:Fallback>
                <p:oleObj name="" r:id="rId1" imgW="3670300" imgH="241300" progId="Equation.KSEE3">
                  <p:embed/>
                  <p:pic>
                    <p:nvPicPr>
                      <p:cNvPr id="0" name="图片 3075"/>
                      <p:cNvPicPr/>
                      <p:nvPr/>
                    </p:nvPicPr>
                    <p:blipFill>
                      <a:blip r:embed="rId2"/>
                      <a:stretch>
                        <a:fillRect/>
                      </a:stretch>
                    </p:blipFill>
                    <p:spPr>
                      <a:xfrm>
                        <a:off x="2063750" y="4436745"/>
                        <a:ext cx="5052060" cy="332105"/>
                      </a:xfrm>
                      <a:prstGeom prst="rect">
                        <a:avLst/>
                      </a:prstGeom>
                      <a:noFill/>
                      <a:ln w="38100">
                        <a:noFill/>
                        <a:miter/>
                      </a:ln>
                    </p:spPr>
                  </p:pic>
                </p:oleObj>
              </mc:Fallback>
            </mc:AlternateContent>
          </a:graphicData>
        </a:graphic>
      </p:graphicFrame>
    </p:spTree>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80060" y="6165215"/>
            <a:ext cx="10530840" cy="398780"/>
          </a:xfrm>
          <a:prstGeom prst="rect">
            <a:avLst/>
          </a:prstGeom>
          <a:noFill/>
        </p:spPr>
        <p:txBody>
          <a:bodyPr wrap="square" rtlCol="0">
            <a:spAutoFit/>
          </a:bodyPr>
          <a:lstStyle/>
          <a:p>
            <a:endParaRPr lang="zh-CN" altLang="en-US" sz="2000" dirty="0"/>
          </a:p>
        </p:txBody>
      </p:sp>
      <p:sp>
        <p:nvSpPr>
          <p:cNvPr id="6" name="矩形 5"/>
          <p:cNvSpPr/>
          <p:nvPr/>
        </p:nvSpPr>
        <p:spPr>
          <a:xfrm>
            <a:off x="635" y="268605"/>
            <a:ext cx="12192000" cy="38989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noProof="1" smtClean="0">
                <a:solidFill>
                  <a:srgbClr val="FFFFFF"/>
                </a:solidFill>
                <a:sym typeface="+mn-ea"/>
              </a:rPr>
              <a:t> </a:t>
            </a:r>
            <a:r>
              <a:rPr lang="zh-CN" altLang="en-US" sz="2400" b="1" noProof="1" smtClean="0">
                <a:solidFill>
                  <a:srgbClr val="FFFFFF"/>
                </a:solidFill>
                <a:latin typeface="微软雅黑" panose="020B0503020204020204" charset="-122"/>
                <a:ea typeface="微软雅黑" panose="020B0503020204020204" charset="-122"/>
                <a:sym typeface="+mn-ea"/>
              </a:rPr>
              <a:t>二</a:t>
            </a:r>
            <a:r>
              <a:rPr lang="en-US" altLang="zh-CN" sz="2400" b="1" noProof="1" smtClean="0">
                <a:solidFill>
                  <a:srgbClr val="FFFFFF"/>
                </a:solidFill>
                <a:latin typeface="微软雅黑" panose="020B0503020204020204" charset="-122"/>
                <a:ea typeface="微软雅黑" panose="020B0503020204020204" charset="-122"/>
                <a:sym typeface="+mn-ea"/>
              </a:rPr>
              <a:t>.</a:t>
            </a:r>
            <a:r>
              <a:rPr lang="zh-CN" altLang="en-US" sz="2400" dirty="0" smtClean="0">
                <a:solidFill>
                  <a:schemeClr val="bg1"/>
                </a:solidFill>
                <a:sym typeface="+mn-ea"/>
              </a:rPr>
              <a:t> </a:t>
            </a:r>
            <a:r>
              <a:rPr lang="zh-CN" altLang="en-US" sz="2400" dirty="0" smtClean="0">
                <a:solidFill>
                  <a:schemeClr val="bg1"/>
                </a:solidFill>
                <a:latin typeface="微软雅黑" panose="020B0503020204020204" charset="-122"/>
                <a:ea typeface="微软雅黑" panose="020B0503020204020204" charset="-122"/>
                <a:sym typeface="+mn-ea"/>
              </a:rPr>
              <a:t>测温模块详细介绍</a:t>
            </a:r>
            <a:endParaRPr lang="zh-CN" altLang="en-US" sz="2400" b="1" noProof="1" dirty="0" smtClean="0">
              <a:solidFill>
                <a:schemeClr val="bg1"/>
              </a:solidFill>
              <a:latin typeface="微软雅黑" panose="020B0503020204020204" charset="-122"/>
              <a:ea typeface="微软雅黑" panose="020B0503020204020204" charset="-122"/>
              <a:sym typeface="+mn-ea"/>
            </a:endParaRPr>
          </a:p>
        </p:txBody>
      </p:sp>
      <p:sp>
        <p:nvSpPr>
          <p:cNvPr id="23" name="文本框 22"/>
          <p:cNvSpPr txBox="1"/>
          <p:nvPr/>
        </p:nvSpPr>
        <p:spPr>
          <a:xfrm>
            <a:off x="540000" y="1764000"/>
            <a:ext cx="8280000" cy="3138170"/>
          </a:xfrm>
          <a:prstGeom prst="rect">
            <a:avLst/>
          </a:prstGeom>
          <a:noFill/>
        </p:spPr>
        <p:txBody>
          <a:bodyPr wrap="square" rtlCol="0">
            <a:spAutoFit/>
          </a:bodyPr>
          <a:p>
            <a:r>
              <a:rPr lang="zh-CN" altLang="en-US"/>
              <a:t>环温修正：当环温与目标温度差异较大或者环境中有其他温差较大的热源时，会</a:t>
            </a:r>
            <a:endParaRPr lang="zh-CN" altLang="en-US"/>
          </a:p>
          <a:p>
            <a:endParaRPr lang="zh-CN" altLang="en-US"/>
          </a:p>
          <a:p>
            <a:r>
              <a:rPr lang="zh-CN" altLang="en-US"/>
              <a:t>对测温结果有较大影响。另外在采集时是在常温环境使用</a:t>
            </a:r>
            <a:r>
              <a:rPr lang="en-US" altLang="zh-CN"/>
              <a:t>TEC</a:t>
            </a:r>
            <a:r>
              <a:rPr lang="zh-CN" altLang="en-US"/>
              <a:t>控制不同的焦温，</a:t>
            </a:r>
            <a:endParaRPr lang="zh-CN" altLang="en-US"/>
          </a:p>
          <a:p>
            <a:endParaRPr lang="zh-CN" altLang="en-US"/>
          </a:p>
          <a:p>
            <a:r>
              <a:rPr lang="zh-CN" altLang="en-US"/>
              <a:t>与实际环境下的焦温有差异，所以响应率也可能存在一定偏差。</a:t>
            </a:r>
            <a:endParaRPr lang="zh-CN" altLang="en-US"/>
          </a:p>
          <a:p>
            <a:endParaRPr lang="zh-CN" altLang="en-US"/>
          </a:p>
          <a:p>
            <a:r>
              <a:rPr lang="zh-CN" altLang="en-US"/>
              <a:t>环温修正：（</a:t>
            </a:r>
            <a:r>
              <a:rPr lang="en-US" altLang="zh-CN"/>
              <a:t>1</a:t>
            </a:r>
            <a:r>
              <a:rPr lang="zh-CN" altLang="en-US"/>
              <a:t>）考虑反射温度，参</a:t>
            </a:r>
            <a:r>
              <a:rPr lang="en-US" altLang="zh-CN"/>
              <a:t>2.11</a:t>
            </a:r>
            <a:r>
              <a:rPr lang="zh-CN" altLang="en-US"/>
              <a:t>的发射率修正公式使用反射温度。</a:t>
            </a:r>
            <a:endParaRPr lang="zh-CN" altLang="en-US"/>
          </a:p>
          <a:p>
            <a:endParaRPr lang="zh-CN" altLang="en-US"/>
          </a:p>
          <a:p>
            <a:r>
              <a:rPr lang="zh-CN" altLang="en-US"/>
              <a:t> </a:t>
            </a:r>
            <a:r>
              <a:rPr lang="en-US" altLang="zh-CN"/>
              <a:t>                 </a:t>
            </a:r>
            <a:r>
              <a:rPr lang="zh-CN" altLang="en-US"/>
              <a:t>（</a:t>
            </a:r>
            <a:r>
              <a:rPr lang="en-US" altLang="zh-CN"/>
              <a:t>2</a:t>
            </a:r>
            <a:r>
              <a:rPr lang="zh-CN" altLang="en-US"/>
              <a:t>）基于设备在不同环温下的测试结果进行修正。</a:t>
            </a:r>
            <a:endParaRPr lang="zh-CN" altLang="en-US"/>
          </a:p>
          <a:p>
            <a:r>
              <a:rPr lang="zh-CN" altLang="en-US"/>
              <a:t> </a:t>
            </a:r>
            <a:r>
              <a:rPr lang="en-US" altLang="zh-CN"/>
              <a:t>           </a:t>
            </a:r>
            <a:endParaRPr lang="zh-CN" altLang="en-US"/>
          </a:p>
          <a:p>
            <a:r>
              <a:rPr lang="en-US" altLang="zh-CN"/>
              <a:t>                  </a:t>
            </a:r>
            <a:endParaRPr lang="zh-CN" altLang="en-US"/>
          </a:p>
        </p:txBody>
      </p:sp>
      <p:sp>
        <p:nvSpPr>
          <p:cNvPr id="3" name="矩形 2"/>
          <p:cNvSpPr/>
          <p:nvPr/>
        </p:nvSpPr>
        <p:spPr>
          <a:xfrm>
            <a:off x="551895" y="1052533"/>
            <a:ext cx="1817370" cy="398780"/>
          </a:xfrm>
          <a:prstGeom prst="rect">
            <a:avLst/>
          </a:prstGeom>
        </p:spPr>
        <p:txBody>
          <a:bodyPr wrap="none">
            <a:spAutoFit/>
          </a:bodyPr>
          <a:p>
            <a:r>
              <a:rPr lang="en-US" altLang="zh-CN" sz="2000" b="1" dirty="0" smtClean="0">
                <a:latin typeface="微软雅黑" panose="020B0503020204020204" charset="-122"/>
                <a:ea typeface="微软雅黑" panose="020B0503020204020204" charset="-122"/>
              </a:rPr>
              <a:t>2.12 </a:t>
            </a:r>
            <a:r>
              <a:rPr lang="zh-CN" altLang="en-US" sz="2000" b="1" dirty="0" smtClean="0">
                <a:latin typeface="微软雅黑" panose="020B0503020204020204" charset="-122"/>
                <a:ea typeface="微软雅黑" panose="020B0503020204020204" charset="-122"/>
              </a:rPr>
              <a:t>环温修正</a:t>
            </a:r>
            <a:endParaRPr lang="zh-CN" altLang="en-US" sz="2000" b="1" dirty="0" smtClean="0">
              <a:latin typeface="微软雅黑" panose="020B0503020204020204" charset="-122"/>
              <a:ea typeface="微软雅黑" panose="020B0503020204020204" charset="-122"/>
              <a:sym typeface="+mn-ea"/>
            </a:endParaRPr>
          </a:p>
        </p:txBody>
      </p:sp>
    </p:spTree>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80060" y="6165215"/>
            <a:ext cx="10530840" cy="398780"/>
          </a:xfrm>
          <a:prstGeom prst="rect">
            <a:avLst/>
          </a:prstGeom>
          <a:noFill/>
        </p:spPr>
        <p:txBody>
          <a:bodyPr wrap="square" rtlCol="0">
            <a:spAutoFit/>
          </a:bodyPr>
          <a:lstStyle/>
          <a:p>
            <a:endParaRPr lang="zh-CN" altLang="en-US" sz="2000" dirty="0"/>
          </a:p>
        </p:txBody>
      </p:sp>
      <p:sp>
        <p:nvSpPr>
          <p:cNvPr id="6" name="矩形 5"/>
          <p:cNvSpPr/>
          <p:nvPr/>
        </p:nvSpPr>
        <p:spPr>
          <a:xfrm>
            <a:off x="635" y="268605"/>
            <a:ext cx="12192000" cy="38989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400" b="1" noProof="1" smtClean="0">
                <a:solidFill>
                  <a:srgbClr val="FFFFFF"/>
                </a:solidFill>
                <a:latin typeface="微软雅黑" panose="020B0503020204020204" charset="-122"/>
                <a:ea typeface="微软雅黑" panose="020B0503020204020204" charset="-122"/>
                <a:cs typeface="微软雅黑" panose="020B0503020204020204" charset="-122"/>
                <a:sym typeface="+mn-ea"/>
              </a:rPr>
              <a:t> </a:t>
            </a:r>
            <a:r>
              <a:rPr lang="zh-CN" altLang="en-US" sz="2400" b="1" noProof="1" smtClean="0">
                <a:solidFill>
                  <a:srgbClr val="FFFFFF"/>
                </a:solidFill>
                <a:latin typeface="微软雅黑" panose="020B0503020204020204" charset="-122"/>
                <a:ea typeface="微软雅黑" panose="020B0503020204020204" charset="-122"/>
                <a:cs typeface="微软雅黑" panose="020B0503020204020204" charset="-122"/>
                <a:sym typeface="+mn-ea"/>
              </a:rPr>
              <a:t>三</a:t>
            </a:r>
            <a:r>
              <a:rPr lang="en-US" altLang="zh-CN" sz="2400" b="1" noProof="1" smtClean="0">
                <a:solidFill>
                  <a:srgbClr val="FFFFFF"/>
                </a:solidFill>
                <a:latin typeface="微软雅黑" panose="020B0503020204020204" charset="-122"/>
                <a:ea typeface="微软雅黑" panose="020B0503020204020204" charset="-122"/>
                <a:cs typeface="微软雅黑" panose="020B0503020204020204" charset="-122"/>
                <a:sym typeface="+mn-ea"/>
              </a:rPr>
              <a:t>.</a:t>
            </a:r>
            <a:r>
              <a:rPr lang="zh-CN" altLang="en-US" sz="2400" dirty="0" smtClean="0">
                <a:solidFill>
                  <a:schemeClr val="bg1"/>
                </a:solidFill>
                <a:sym typeface="+mn-ea"/>
              </a:rPr>
              <a:t> </a:t>
            </a:r>
            <a:r>
              <a:rPr lang="zh-CN" sz="2400" dirty="0">
                <a:solidFill>
                  <a:schemeClr val="bg1"/>
                </a:solidFill>
                <a:sym typeface="+mn-ea"/>
              </a:rPr>
              <a:t>其他功能</a:t>
            </a:r>
            <a:endParaRPr lang="zh-CN" sz="2400" b="1" noProof="1" smtClean="0">
              <a:solidFill>
                <a:srgbClr val="FFFFFF"/>
              </a:solidFill>
              <a:latin typeface="微软雅黑" panose="020B0503020204020204" charset="-122"/>
              <a:ea typeface="微软雅黑" panose="020B0503020204020204" charset="-122"/>
              <a:sym typeface="+mn-ea"/>
            </a:endParaRPr>
          </a:p>
        </p:txBody>
      </p:sp>
      <p:sp>
        <p:nvSpPr>
          <p:cNvPr id="4" name="矩形 3"/>
          <p:cNvSpPr/>
          <p:nvPr/>
        </p:nvSpPr>
        <p:spPr>
          <a:xfrm>
            <a:off x="551895" y="1052533"/>
            <a:ext cx="1660525" cy="398780"/>
          </a:xfrm>
          <a:prstGeom prst="rect">
            <a:avLst/>
          </a:prstGeom>
        </p:spPr>
        <p:txBody>
          <a:bodyPr wrap="none">
            <a:spAutoFit/>
          </a:bodyPr>
          <a:p>
            <a:r>
              <a:rPr lang="en-US" altLang="zh-CN" sz="2000" b="1" dirty="0" smtClean="0">
                <a:latin typeface="微软雅黑" panose="020B0503020204020204" charset="-122"/>
                <a:ea typeface="微软雅黑" panose="020B0503020204020204" charset="-122"/>
              </a:rPr>
              <a:t>3.1 </a:t>
            </a:r>
            <a:r>
              <a:rPr lang="zh-CN" altLang="en-US" sz="2000" b="1" dirty="0" smtClean="0">
                <a:latin typeface="微软雅黑" panose="020B0503020204020204" charset="-122"/>
                <a:ea typeface="微软雅黑" panose="020B0503020204020204" charset="-122"/>
              </a:rPr>
              <a:t>自动校温</a:t>
            </a:r>
            <a:endParaRPr lang="zh-CN" altLang="en-US" sz="2000" b="1" dirty="0" smtClean="0">
              <a:latin typeface="微软雅黑" panose="020B0503020204020204" charset="-122"/>
              <a:ea typeface="微软雅黑" panose="020B0503020204020204" charset="-122"/>
              <a:sym typeface="+mn-ea"/>
            </a:endParaRPr>
          </a:p>
        </p:txBody>
      </p:sp>
      <p:sp>
        <p:nvSpPr>
          <p:cNvPr id="5" name="文本框 4"/>
          <p:cNvSpPr txBox="1"/>
          <p:nvPr/>
        </p:nvSpPr>
        <p:spPr>
          <a:xfrm>
            <a:off x="552065" y="1772890"/>
            <a:ext cx="8280000" cy="2584450"/>
          </a:xfrm>
          <a:prstGeom prst="rect">
            <a:avLst/>
          </a:prstGeom>
          <a:noFill/>
        </p:spPr>
        <p:txBody>
          <a:bodyPr wrap="square" rtlCol="0">
            <a:spAutoFit/>
          </a:bodyPr>
          <a:p>
            <a:r>
              <a:rPr lang="zh-CN"/>
              <a:t>校温</a:t>
            </a:r>
            <a:r>
              <a:rPr lang="zh-CN" altLang="en-US">
                <a:sym typeface="+mn-ea"/>
              </a:rPr>
              <a:t>：通过调节</a:t>
            </a:r>
            <a:r>
              <a:rPr lang="en-US" altLang="zh-CN">
                <a:sym typeface="+mn-ea"/>
              </a:rPr>
              <a:t>Kf</a:t>
            </a:r>
            <a:r>
              <a:rPr lang="zh-CN" altLang="en-US">
                <a:sym typeface="+mn-ea"/>
              </a:rPr>
              <a:t>和</a:t>
            </a:r>
            <a:r>
              <a:rPr lang="en-US" altLang="zh-CN">
                <a:sym typeface="+mn-ea"/>
              </a:rPr>
              <a:t>B</a:t>
            </a:r>
            <a:r>
              <a:rPr lang="zh-CN" altLang="en-US">
                <a:sym typeface="+mn-ea"/>
              </a:rPr>
              <a:t>值，确保设备的测温精度。</a:t>
            </a:r>
            <a:endParaRPr lang="zh-CN" altLang="en-US">
              <a:sym typeface="+mn-ea"/>
            </a:endParaRPr>
          </a:p>
          <a:p>
            <a:endParaRPr lang="zh-CN" altLang="en-US">
              <a:sym typeface="+mn-ea"/>
            </a:endParaRPr>
          </a:p>
          <a:p>
            <a:r>
              <a:rPr lang="zh-CN" altLang="en-US">
                <a:sym typeface="+mn-ea"/>
              </a:rPr>
              <a:t>自动校温：使用多个黑体（</a:t>
            </a:r>
            <a:r>
              <a:rPr lang="en-US" altLang="zh-CN">
                <a:sym typeface="+mn-ea"/>
              </a:rPr>
              <a:t>2</a:t>
            </a:r>
            <a:r>
              <a:rPr lang="zh-CN" altLang="en-US">
                <a:sym typeface="+mn-ea"/>
              </a:rPr>
              <a:t>个或者</a:t>
            </a:r>
            <a:r>
              <a:rPr lang="en-US" altLang="zh-CN">
                <a:sym typeface="+mn-ea"/>
              </a:rPr>
              <a:t>3</a:t>
            </a:r>
            <a:r>
              <a:rPr lang="zh-CN" altLang="en-US">
                <a:sym typeface="+mn-ea"/>
              </a:rPr>
              <a:t>个）作为校温的基准源。通过遍历</a:t>
            </a:r>
            <a:r>
              <a:rPr lang="en-US" altLang="zh-CN">
                <a:sym typeface="+mn-ea"/>
              </a:rPr>
              <a:t>Kf</a:t>
            </a:r>
            <a:r>
              <a:rPr lang="zh-CN" altLang="en-US">
                <a:sym typeface="+mn-ea"/>
              </a:rPr>
              <a:t>和</a:t>
            </a:r>
            <a:r>
              <a:rPr lang="en-US" altLang="zh-CN">
                <a:sym typeface="+mn-ea"/>
              </a:rPr>
              <a:t>B</a:t>
            </a:r>
            <a:r>
              <a:rPr lang="zh-CN" altLang="en-US">
                <a:sym typeface="+mn-ea"/>
              </a:rPr>
              <a:t>值，</a:t>
            </a:r>
            <a:endParaRPr lang="zh-CN" altLang="en-US">
              <a:sym typeface="+mn-ea"/>
            </a:endParaRPr>
          </a:p>
          <a:p>
            <a:endParaRPr lang="zh-CN" altLang="en-US">
              <a:sym typeface="+mn-ea"/>
            </a:endParaRPr>
          </a:p>
          <a:p>
            <a:r>
              <a:rPr lang="zh-CN" altLang="en-US">
                <a:sym typeface="+mn-ea"/>
              </a:rPr>
              <a:t>找出一组</a:t>
            </a:r>
            <a:r>
              <a:rPr lang="en-US" altLang="zh-CN">
                <a:sym typeface="+mn-ea"/>
              </a:rPr>
              <a:t>Kf</a:t>
            </a:r>
            <a:r>
              <a:rPr lang="zh-CN" altLang="en-US">
                <a:sym typeface="+mn-ea"/>
              </a:rPr>
              <a:t>和</a:t>
            </a:r>
            <a:r>
              <a:rPr lang="en-US" altLang="zh-CN">
                <a:sym typeface="+mn-ea"/>
              </a:rPr>
              <a:t>B</a:t>
            </a:r>
            <a:r>
              <a:rPr lang="zh-CN" altLang="en-US">
                <a:sym typeface="+mn-ea"/>
              </a:rPr>
              <a:t>值使得设备的测试结果偏差最小（使用平方差之和判断）。与初</a:t>
            </a:r>
            <a:endParaRPr lang="zh-CN" altLang="en-US">
              <a:sym typeface="+mn-ea"/>
            </a:endParaRPr>
          </a:p>
          <a:p>
            <a:endParaRPr lang="zh-CN" altLang="en-US">
              <a:sym typeface="+mn-ea"/>
            </a:endParaRPr>
          </a:p>
          <a:p>
            <a:r>
              <a:rPr lang="zh-CN" altLang="en-US">
                <a:sym typeface="+mn-ea"/>
              </a:rPr>
              <a:t>始误差进行比较，如果比初始误差小，则认为此次校温成功，反之则校温失败。</a:t>
            </a:r>
            <a:endParaRPr lang="zh-CN" altLang="en-US">
              <a:sym typeface="+mn-ea"/>
            </a:endParaRPr>
          </a:p>
          <a:p>
            <a:endParaRPr lang="zh-CN" altLang="en-US">
              <a:sym typeface="+mn-ea"/>
            </a:endParaRPr>
          </a:p>
          <a:p>
            <a:r>
              <a:rPr lang="en-US" altLang="zh-CN"/>
              <a:t>                  </a:t>
            </a:r>
            <a:endParaRPr lang="zh-CN" altLang="en-US"/>
          </a:p>
        </p:txBody>
      </p:sp>
    </p:spTree>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80060" y="6165215"/>
            <a:ext cx="10530840" cy="398780"/>
          </a:xfrm>
          <a:prstGeom prst="rect">
            <a:avLst/>
          </a:prstGeom>
          <a:noFill/>
        </p:spPr>
        <p:txBody>
          <a:bodyPr wrap="square" rtlCol="0">
            <a:spAutoFit/>
          </a:bodyPr>
          <a:lstStyle/>
          <a:p>
            <a:endParaRPr lang="zh-CN" altLang="en-US" sz="2000" dirty="0"/>
          </a:p>
        </p:txBody>
      </p:sp>
      <p:sp>
        <p:nvSpPr>
          <p:cNvPr id="6" name="矩形 5"/>
          <p:cNvSpPr/>
          <p:nvPr/>
        </p:nvSpPr>
        <p:spPr>
          <a:xfrm>
            <a:off x="635" y="268605"/>
            <a:ext cx="12192000" cy="38989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400" b="1" noProof="1" smtClean="0">
                <a:solidFill>
                  <a:srgbClr val="FFFFFF"/>
                </a:solidFill>
                <a:latin typeface="微软雅黑" panose="020B0503020204020204" charset="-122"/>
                <a:ea typeface="微软雅黑" panose="020B0503020204020204" charset="-122"/>
                <a:cs typeface="微软雅黑" panose="020B0503020204020204" charset="-122"/>
                <a:sym typeface="+mn-ea"/>
              </a:rPr>
              <a:t> </a:t>
            </a:r>
            <a:r>
              <a:rPr lang="zh-CN" altLang="en-US" sz="2400" b="1" noProof="1" smtClean="0">
                <a:solidFill>
                  <a:srgbClr val="FFFFFF"/>
                </a:solidFill>
                <a:latin typeface="微软雅黑" panose="020B0503020204020204" charset="-122"/>
                <a:ea typeface="微软雅黑" panose="020B0503020204020204" charset="-122"/>
                <a:cs typeface="微软雅黑" panose="020B0503020204020204" charset="-122"/>
                <a:sym typeface="+mn-ea"/>
              </a:rPr>
              <a:t>三</a:t>
            </a:r>
            <a:r>
              <a:rPr lang="en-US" altLang="zh-CN" sz="2400" b="1" noProof="1" smtClean="0">
                <a:solidFill>
                  <a:srgbClr val="FFFFFF"/>
                </a:solidFill>
                <a:latin typeface="微软雅黑" panose="020B0503020204020204" charset="-122"/>
                <a:ea typeface="微软雅黑" panose="020B0503020204020204" charset="-122"/>
                <a:cs typeface="微软雅黑" panose="020B0503020204020204" charset="-122"/>
                <a:sym typeface="+mn-ea"/>
              </a:rPr>
              <a:t>.</a:t>
            </a:r>
            <a:r>
              <a:rPr lang="zh-CN" altLang="en-US" sz="2400" dirty="0" smtClean="0">
                <a:solidFill>
                  <a:schemeClr val="bg1"/>
                </a:solidFill>
                <a:sym typeface="+mn-ea"/>
              </a:rPr>
              <a:t> </a:t>
            </a:r>
            <a:r>
              <a:rPr lang="zh-CN" sz="2400" dirty="0">
                <a:solidFill>
                  <a:schemeClr val="bg1"/>
                </a:solidFill>
                <a:sym typeface="+mn-ea"/>
              </a:rPr>
              <a:t>其他功能</a:t>
            </a:r>
            <a:endParaRPr lang="zh-CN" sz="2400" b="1" noProof="1" smtClean="0">
              <a:solidFill>
                <a:srgbClr val="FFFFFF"/>
              </a:solidFill>
              <a:latin typeface="微软雅黑" panose="020B0503020204020204" charset="-122"/>
              <a:ea typeface="微软雅黑" panose="020B0503020204020204" charset="-122"/>
              <a:sym typeface="+mn-ea"/>
            </a:endParaRPr>
          </a:p>
        </p:txBody>
      </p:sp>
      <p:sp>
        <p:nvSpPr>
          <p:cNvPr id="4" name="矩形 3"/>
          <p:cNvSpPr/>
          <p:nvPr/>
        </p:nvSpPr>
        <p:spPr>
          <a:xfrm>
            <a:off x="551895" y="1052533"/>
            <a:ext cx="1660525" cy="398780"/>
          </a:xfrm>
          <a:prstGeom prst="rect">
            <a:avLst/>
          </a:prstGeom>
        </p:spPr>
        <p:txBody>
          <a:bodyPr wrap="none">
            <a:spAutoFit/>
          </a:bodyPr>
          <a:p>
            <a:r>
              <a:rPr lang="en-US" altLang="zh-CN" sz="2000" b="1" dirty="0" smtClean="0">
                <a:latin typeface="微软雅黑" panose="020B0503020204020204" charset="-122"/>
                <a:ea typeface="微软雅黑" panose="020B0503020204020204" charset="-122"/>
              </a:rPr>
              <a:t>3.2 </a:t>
            </a:r>
            <a:r>
              <a:rPr lang="zh-CN" altLang="en-US" sz="2000" b="1" dirty="0" smtClean="0">
                <a:latin typeface="微软雅黑" panose="020B0503020204020204" charset="-122"/>
                <a:ea typeface="微软雅黑" panose="020B0503020204020204" charset="-122"/>
              </a:rPr>
              <a:t>温度矩阵</a:t>
            </a:r>
            <a:endParaRPr lang="zh-CN" altLang="en-US" sz="2000" b="1" dirty="0" smtClean="0">
              <a:latin typeface="微软雅黑" panose="020B0503020204020204" charset="-122"/>
              <a:ea typeface="微软雅黑" panose="020B0503020204020204" charset="-122"/>
              <a:sym typeface="+mn-ea"/>
            </a:endParaRPr>
          </a:p>
        </p:txBody>
      </p:sp>
      <p:sp>
        <p:nvSpPr>
          <p:cNvPr id="5" name="文本框 4"/>
          <p:cNvSpPr txBox="1"/>
          <p:nvPr/>
        </p:nvSpPr>
        <p:spPr>
          <a:xfrm>
            <a:off x="552065" y="1772890"/>
            <a:ext cx="8280000" cy="3692525"/>
          </a:xfrm>
          <a:prstGeom prst="rect">
            <a:avLst/>
          </a:prstGeom>
          <a:noFill/>
        </p:spPr>
        <p:txBody>
          <a:bodyPr wrap="square" rtlCol="0">
            <a:spAutoFit/>
          </a:bodyPr>
          <a:p>
            <a:r>
              <a:rPr lang="zh-CN" altLang="en-US">
                <a:sym typeface="+mn-ea"/>
              </a:rPr>
              <a:t>温度矩阵：计算全图每一个点的温度并输出。</a:t>
            </a:r>
            <a:endParaRPr lang="zh-CN" altLang="en-US">
              <a:sym typeface="+mn-ea"/>
            </a:endParaRPr>
          </a:p>
          <a:p>
            <a:endParaRPr lang="zh-CN" altLang="en-US">
              <a:sym typeface="+mn-ea"/>
            </a:endParaRPr>
          </a:p>
          <a:p>
            <a:r>
              <a:rPr lang="zh-CN" altLang="en-US">
                <a:sym typeface="+mn-ea"/>
              </a:rPr>
              <a:t>快速温度矩阵：将全图的</a:t>
            </a:r>
            <a:r>
              <a:rPr lang="en-US" altLang="zh-CN">
                <a:sym typeface="+mn-ea"/>
              </a:rPr>
              <a:t>Y16</a:t>
            </a:r>
            <a:r>
              <a:rPr lang="zh-CN" altLang="en-US">
                <a:sym typeface="+mn-ea"/>
              </a:rPr>
              <a:t>按大小分为</a:t>
            </a:r>
            <a:r>
              <a:rPr lang="en-US" altLang="zh-CN">
                <a:sym typeface="+mn-ea"/>
              </a:rPr>
              <a:t>50</a:t>
            </a:r>
            <a:r>
              <a:rPr lang="zh-CN" altLang="en-US">
                <a:sym typeface="+mn-ea"/>
              </a:rPr>
              <a:t>段。计算每一段端点的温度后，使用</a:t>
            </a:r>
            <a:endParaRPr lang="zh-CN" altLang="en-US">
              <a:sym typeface="+mn-ea"/>
            </a:endParaRPr>
          </a:p>
          <a:p>
            <a:r>
              <a:rPr lang="zh-CN" altLang="en-US">
                <a:sym typeface="+mn-ea"/>
              </a:rPr>
              <a:t>。</a:t>
            </a:r>
            <a:endParaRPr lang="zh-CN" altLang="en-US">
              <a:sym typeface="+mn-ea"/>
            </a:endParaRPr>
          </a:p>
          <a:p>
            <a:r>
              <a:rPr lang="zh-CN" altLang="en-US">
                <a:sym typeface="+mn-ea"/>
              </a:rPr>
              <a:t>分段线性的方式分为</a:t>
            </a:r>
            <a:r>
              <a:rPr lang="en-US" altLang="zh-CN">
                <a:sym typeface="+mn-ea"/>
              </a:rPr>
              <a:t>50</a:t>
            </a:r>
            <a:r>
              <a:rPr lang="zh-CN" altLang="en-US">
                <a:sym typeface="+mn-ea"/>
              </a:rPr>
              <a:t>段线性函数。根据输入点的</a:t>
            </a:r>
            <a:r>
              <a:rPr lang="en-US" altLang="zh-CN">
                <a:sym typeface="+mn-ea"/>
              </a:rPr>
              <a:t>Y16</a:t>
            </a:r>
            <a:r>
              <a:rPr lang="zh-CN" altLang="en-US">
                <a:sym typeface="+mn-ea"/>
              </a:rPr>
              <a:t>，判断其属于哪段线性函</a:t>
            </a:r>
            <a:endParaRPr lang="zh-CN" altLang="en-US">
              <a:sym typeface="+mn-ea"/>
            </a:endParaRPr>
          </a:p>
          <a:p>
            <a:endParaRPr lang="zh-CN" altLang="en-US">
              <a:sym typeface="+mn-ea"/>
            </a:endParaRPr>
          </a:p>
          <a:p>
            <a:r>
              <a:rPr lang="zh-CN" altLang="en-US">
                <a:sym typeface="+mn-ea"/>
              </a:rPr>
              <a:t>数后，代入计算温度。</a:t>
            </a:r>
            <a:endParaRPr lang="zh-CN" altLang="en-US">
              <a:sym typeface="+mn-ea"/>
            </a:endParaRPr>
          </a:p>
          <a:p>
            <a:endParaRPr lang="zh-CN" altLang="en-US">
              <a:sym typeface="+mn-ea"/>
            </a:endParaRPr>
          </a:p>
          <a:p>
            <a:r>
              <a:rPr lang="zh-CN" altLang="en-US">
                <a:sym typeface="+mn-ea"/>
              </a:rPr>
              <a:t>高精度温度矩阵：计算输入帧的最大最小</a:t>
            </a:r>
            <a:r>
              <a:rPr lang="en-US" altLang="zh-CN">
                <a:sym typeface="+mn-ea"/>
              </a:rPr>
              <a:t>Y16</a:t>
            </a:r>
            <a:r>
              <a:rPr lang="zh-CN" altLang="en-US">
                <a:sym typeface="+mn-ea"/>
              </a:rPr>
              <a:t>，然后计算范围内所有</a:t>
            </a:r>
            <a:r>
              <a:rPr lang="en-US" altLang="zh-CN">
                <a:sym typeface="+mn-ea"/>
              </a:rPr>
              <a:t>Y16</a:t>
            </a:r>
            <a:r>
              <a:rPr lang="zh-CN" altLang="en-US">
                <a:sym typeface="+mn-ea"/>
              </a:rPr>
              <a:t>对应的</a:t>
            </a:r>
            <a:endParaRPr lang="zh-CN" altLang="en-US">
              <a:sym typeface="+mn-ea"/>
            </a:endParaRPr>
          </a:p>
          <a:p>
            <a:endParaRPr lang="zh-CN" altLang="en-US">
              <a:sym typeface="+mn-ea"/>
            </a:endParaRPr>
          </a:p>
          <a:p>
            <a:r>
              <a:rPr lang="zh-CN" altLang="en-US">
                <a:sym typeface="+mn-ea"/>
              </a:rPr>
              <a:t>温度值，生成温度表，然后根据当前点的</a:t>
            </a:r>
            <a:r>
              <a:rPr lang="en-US" altLang="zh-CN">
                <a:sym typeface="+mn-ea"/>
              </a:rPr>
              <a:t>Y16</a:t>
            </a:r>
            <a:r>
              <a:rPr lang="zh-CN" altLang="en-US">
                <a:sym typeface="+mn-ea"/>
              </a:rPr>
              <a:t>去温度表查找对应的温度。</a:t>
            </a:r>
            <a:endParaRPr lang="zh-CN" altLang="en-US">
              <a:sym typeface="+mn-ea"/>
            </a:endParaRPr>
          </a:p>
          <a:p>
            <a:endParaRPr lang="zh-CN" altLang="en-US">
              <a:sym typeface="+mn-ea"/>
            </a:endParaRPr>
          </a:p>
          <a:p>
            <a:r>
              <a:rPr lang="en-US" altLang="zh-CN"/>
              <a:t>                  </a:t>
            </a:r>
            <a:endParaRPr lang="zh-CN" altLang="en-US"/>
          </a:p>
        </p:txBody>
      </p:sp>
    </p:spTree>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80060" y="6165215"/>
            <a:ext cx="10530840" cy="398780"/>
          </a:xfrm>
          <a:prstGeom prst="rect">
            <a:avLst/>
          </a:prstGeom>
          <a:noFill/>
        </p:spPr>
        <p:txBody>
          <a:bodyPr wrap="square" rtlCol="0">
            <a:spAutoFit/>
          </a:bodyPr>
          <a:lstStyle/>
          <a:p>
            <a:endParaRPr lang="zh-CN" altLang="en-US" sz="2000" dirty="0"/>
          </a:p>
        </p:txBody>
      </p:sp>
      <p:sp>
        <p:nvSpPr>
          <p:cNvPr id="6" name="矩形 5"/>
          <p:cNvSpPr/>
          <p:nvPr/>
        </p:nvSpPr>
        <p:spPr>
          <a:xfrm>
            <a:off x="635" y="268605"/>
            <a:ext cx="12192000" cy="38989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400" b="1" noProof="1" smtClean="0">
                <a:solidFill>
                  <a:srgbClr val="FFFFFF"/>
                </a:solidFill>
                <a:latin typeface="微软雅黑" panose="020B0503020204020204" charset="-122"/>
                <a:ea typeface="微软雅黑" panose="020B0503020204020204" charset="-122"/>
                <a:cs typeface="微软雅黑" panose="020B0503020204020204" charset="-122"/>
                <a:sym typeface="+mn-ea"/>
              </a:rPr>
              <a:t> </a:t>
            </a:r>
            <a:r>
              <a:rPr lang="zh-CN" altLang="en-US" sz="2400" b="1" noProof="1" smtClean="0">
                <a:solidFill>
                  <a:srgbClr val="FFFFFF"/>
                </a:solidFill>
                <a:latin typeface="微软雅黑" panose="020B0503020204020204" charset="-122"/>
                <a:ea typeface="微软雅黑" panose="020B0503020204020204" charset="-122"/>
                <a:cs typeface="微软雅黑" panose="020B0503020204020204" charset="-122"/>
                <a:sym typeface="+mn-ea"/>
              </a:rPr>
              <a:t>三</a:t>
            </a:r>
            <a:r>
              <a:rPr lang="en-US" altLang="zh-CN" sz="2400" b="1" noProof="1" smtClean="0">
                <a:solidFill>
                  <a:srgbClr val="FFFFFF"/>
                </a:solidFill>
                <a:latin typeface="微软雅黑" panose="020B0503020204020204" charset="-122"/>
                <a:ea typeface="微软雅黑" panose="020B0503020204020204" charset="-122"/>
                <a:cs typeface="微软雅黑" panose="020B0503020204020204" charset="-122"/>
                <a:sym typeface="+mn-ea"/>
              </a:rPr>
              <a:t>.</a:t>
            </a:r>
            <a:r>
              <a:rPr lang="zh-CN" altLang="en-US" sz="2400" dirty="0" smtClean="0">
                <a:solidFill>
                  <a:schemeClr val="bg1"/>
                </a:solidFill>
                <a:sym typeface="+mn-ea"/>
              </a:rPr>
              <a:t> </a:t>
            </a:r>
            <a:r>
              <a:rPr lang="zh-CN" sz="2400" dirty="0">
                <a:solidFill>
                  <a:schemeClr val="bg1"/>
                </a:solidFill>
                <a:sym typeface="+mn-ea"/>
              </a:rPr>
              <a:t>其他功能</a:t>
            </a:r>
            <a:endParaRPr lang="zh-CN" sz="2400" b="1" noProof="1" smtClean="0">
              <a:solidFill>
                <a:srgbClr val="FFFFFF"/>
              </a:solidFill>
              <a:latin typeface="微软雅黑" panose="020B0503020204020204" charset="-122"/>
              <a:ea typeface="微软雅黑" panose="020B0503020204020204" charset="-122"/>
              <a:sym typeface="+mn-ea"/>
            </a:endParaRPr>
          </a:p>
        </p:txBody>
      </p:sp>
      <p:sp>
        <p:nvSpPr>
          <p:cNvPr id="4" name="矩形 3"/>
          <p:cNvSpPr/>
          <p:nvPr/>
        </p:nvSpPr>
        <p:spPr>
          <a:xfrm>
            <a:off x="551895" y="1052533"/>
            <a:ext cx="1660525" cy="398780"/>
          </a:xfrm>
          <a:prstGeom prst="rect">
            <a:avLst/>
          </a:prstGeom>
        </p:spPr>
        <p:txBody>
          <a:bodyPr wrap="none">
            <a:spAutoFit/>
          </a:bodyPr>
          <a:p>
            <a:r>
              <a:rPr lang="en-US" altLang="zh-CN" sz="2000" b="1" dirty="0" smtClean="0">
                <a:latin typeface="微软雅黑" panose="020B0503020204020204" charset="-122"/>
                <a:ea typeface="微软雅黑" panose="020B0503020204020204" charset="-122"/>
              </a:rPr>
              <a:t>3.3 </a:t>
            </a:r>
            <a:r>
              <a:rPr lang="zh-CN" altLang="en-US" sz="2000" b="1" dirty="0" smtClean="0">
                <a:latin typeface="微软雅黑" panose="020B0503020204020204" charset="-122"/>
                <a:ea typeface="微软雅黑" panose="020B0503020204020204" charset="-122"/>
              </a:rPr>
              <a:t>焦温滤波</a:t>
            </a:r>
            <a:endParaRPr lang="zh-CN" altLang="en-US" sz="2000" b="1" dirty="0" smtClean="0">
              <a:latin typeface="微软雅黑" panose="020B0503020204020204" charset="-122"/>
              <a:ea typeface="微软雅黑" panose="020B0503020204020204" charset="-122"/>
              <a:sym typeface="+mn-ea"/>
            </a:endParaRPr>
          </a:p>
        </p:txBody>
      </p:sp>
      <p:sp>
        <p:nvSpPr>
          <p:cNvPr id="5" name="文本框 4"/>
          <p:cNvSpPr txBox="1"/>
          <p:nvPr/>
        </p:nvSpPr>
        <p:spPr>
          <a:xfrm>
            <a:off x="540000" y="1764000"/>
            <a:ext cx="8280000" cy="5077460"/>
          </a:xfrm>
          <a:prstGeom prst="rect">
            <a:avLst/>
          </a:prstGeom>
          <a:noFill/>
        </p:spPr>
        <p:txBody>
          <a:bodyPr wrap="square" rtlCol="0">
            <a:spAutoFit/>
          </a:bodyPr>
          <a:p>
            <a:r>
              <a:rPr lang="zh-CN" altLang="en-US">
                <a:sym typeface="+mn-ea"/>
              </a:rPr>
              <a:t>焦温滤波：在测温过程中，焦温温传可能存在一定程度的波动（即使已经烤机稳</a:t>
            </a:r>
            <a:endParaRPr lang="zh-CN" altLang="en-US">
              <a:sym typeface="+mn-ea"/>
            </a:endParaRPr>
          </a:p>
          <a:p>
            <a:endParaRPr lang="zh-CN" altLang="en-US">
              <a:sym typeface="+mn-ea"/>
            </a:endParaRPr>
          </a:p>
          <a:p>
            <a:r>
              <a:rPr lang="zh-CN" altLang="en-US">
                <a:sym typeface="+mn-ea"/>
              </a:rPr>
              <a:t>定仍存在此现象）。由于焦温与测温结果关系紧密，异常的焦温可能会引起测温</a:t>
            </a:r>
            <a:endParaRPr lang="zh-CN" altLang="en-US">
              <a:sym typeface="+mn-ea"/>
            </a:endParaRPr>
          </a:p>
          <a:p>
            <a:endParaRPr lang="zh-CN" altLang="en-US">
              <a:sym typeface="+mn-ea"/>
            </a:endParaRPr>
          </a:p>
          <a:p>
            <a:r>
              <a:rPr lang="zh-CN" altLang="en-US">
                <a:sym typeface="+mn-ea"/>
              </a:rPr>
              <a:t>结果的抖动，因此需要进行滤波剔除这种异常的焦温。</a:t>
            </a:r>
            <a:endParaRPr lang="zh-CN" altLang="en-US">
              <a:sym typeface="+mn-ea"/>
            </a:endParaRPr>
          </a:p>
          <a:p>
            <a:endParaRPr lang="zh-CN" altLang="en-US">
              <a:sym typeface="+mn-ea"/>
            </a:endParaRPr>
          </a:p>
          <a:p>
            <a:r>
              <a:rPr lang="zh-CN" altLang="en-US">
                <a:sym typeface="+mn-ea"/>
              </a:rPr>
              <a:t>滤波方法：</a:t>
            </a:r>
            <a:endParaRPr lang="zh-CN" altLang="en-US">
              <a:sym typeface="+mn-ea"/>
            </a:endParaRPr>
          </a:p>
          <a:p>
            <a:endParaRPr lang="zh-CN" altLang="en-US">
              <a:sym typeface="+mn-ea"/>
            </a:endParaRPr>
          </a:p>
          <a:p>
            <a:r>
              <a:rPr lang="zh-CN" altLang="en-US">
                <a:sym typeface="+mn-ea"/>
              </a:rPr>
              <a:t>（</a:t>
            </a:r>
            <a:r>
              <a:rPr lang="en-US" altLang="zh-CN">
                <a:sym typeface="+mn-ea"/>
              </a:rPr>
              <a:t>1</a:t>
            </a:r>
            <a:r>
              <a:rPr lang="zh-CN" altLang="en-US">
                <a:sym typeface="+mn-ea"/>
              </a:rPr>
              <a:t>）设置一个1*15的缓存队列，每秒钟向队列输入一个当前焦温传感器传过来</a:t>
            </a:r>
            <a:endParaRPr lang="zh-CN" altLang="en-US">
              <a:sym typeface="+mn-ea"/>
            </a:endParaRPr>
          </a:p>
          <a:p>
            <a:endParaRPr lang="zh-CN" altLang="en-US">
              <a:sym typeface="+mn-ea"/>
            </a:endParaRPr>
          </a:p>
          <a:p>
            <a:r>
              <a:rPr lang="zh-CN" altLang="en-US">
                <a:sym typeface="+mn-ea"/>
              </a:rPr>
              <a:t>的温度值。15秒后队列存满。</a:t>
            </a:r>
            <a:endParaRPr lang="zh-CN" altLang="en-US">
              <a:sym typeface="+mn-ea"/>
            </a:endParaRPr>
          </a:p>
          <a:p>
            <a:endParaRPr lang="zh-CN" altLang="en-US">
              <a:sym typeface="+mn-ea"/>
            </a:endParaRPr>
          </a:p>
          <a:p>
            <a:r>
              <a:rPr lang="zh-CN" altLang="en-US">
                <a:sym typeface="+mn-ea"/>
              </a:rPr>
              <a:t>（</a:t>
            </a:r>
            <a:r>
              <a:rPr lang="en-US" altLang="zh-CN">
                <a:sym typeface="+mn-ea"/>
              </a:rPr>
              <a:t>2</a:t>
            </a:r>
            <a:r>
              <a:rPr lang="zh-CN" altLang="en-US">
                <a:sym typeface="+mn-ea"/>
              </a:rPr>
              <a:t>）在15秒前，直接使用温传原始值输出。</a:t>
            </a:r>
            <a:endParaRPr lang="zh-CN" altLang="en-US">
              <a:sym typeface="+mn-ea"/>
            </a:endParaRPr>
          </a:p>
          <a:p>
            <a:endParaRPr lang="zh-CN" altLang="en-US">
              <a:sym typeface="+mn-ea"/>
            </a:endParaRPr>
          </a:p>
          <a:p>
            <a:r>
              <a:rPr lang="zh-CN" altLang="en-US">
                <a:sym typeface="+mn-ea"/>
              </a:rPr>
              <a:t>（</a:t>
            </a:r>
            <a:r>
              <a:rPr lang="en-US" altLang="zh-CN">
                <a:sym typeface="+mn-ea"/>
              </a:rPr>
              <a:t>3</a:t>
            </a:r>
            <a:r>
              <a:rPr lang="zh-CN" altLang="en-US">
                <a:sym typeface="+mn-ea"/>
              </a:rPr>
              <a:t>）15秒后，对</a:t>
            </a:r>
            <a:r>
              <a:rPr lang="en-US" altLang="zh-CN">
                <a:sym typeface="+mn-ea"/>
              </a:rPr>
              <a:t>15</a:t>
            </a:r>
            <a:r>
              <a:rPr lang="zh-CN" altLang="en-US">
                <a:sym typeface="+mn-ea"/>
              </a:rPr>
              <a:t>秒内的焦温进行排序，然后用中间值作为真实值输出。</a:t>
            </a:r>
            <a:endParaRPr lang="zh-CN" altLang="en-US">
              <a:sym typeface="+mn-ea"/>
            </a:endParaRPr>
          </a:p>
          <a:p>
            <a:endParaRPr lang="zh-CN" altLang="en-US">
              <a:sym typeface="+mn-ea"/>
            </a:endParaRPr>
          </a:p>
          <a:p>
            <a:r>
              <a:rPr lang="zh-CN" altLang="en-US">
                <a:sym typeface="+mn-ea"/>
              </a:rPr>
              <a:t>（</a:t>
            </a:r>
            <a:r>
              <a:rPr lang="en-US" altLang="zh-CN">
                <a:sym typeface="+mn-ea"/>
              </a:rPr>
              <a:t>4</a:t>
            </a:r>
            <a:r>
              <a:rPr lang="zh-CN" altLang="en-US">
                <a:sym typeface="+mn-ea"/>
              </a:rPr>
              <a:t>）每次重启设备，缓存队列清零。</a:t>
            </a:r>
            <a:endParaRPr lang="zh-CN" altLang="en-US">
              <a:sym typeface="+mn-ea"/>
            </a:endParaRPr>
          </a:p>
          <a:p>
            <a:r>
              <a:rPr lang="en-US" altLang="zh-CN"/>
              <a:t>                  </a:t>
            </a:r>
            <a:endParaRPr lang="zh-CN" altLang="en-US"/>
          </a:p>
        </p:txBody>
      </p:sp>
    </p:spTree>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80060" y="6165215"/>
            <a:ext cx="10530840" cy="398780"/>
          </a:xfrm>
          <a:prstGeom prst="rect">
            <a:avLst/>
          </a:prstGeom>
          <a:noFill/>
        </p:spPr>
        <p:txBody>
          <a:bodyPr wrap="square" rtlCol="0">
            <a:spAutoFit/>
          </a:bodyPr>
          <a:lstStyle/>
          <a:p>
            <a:endParaRPr lang="zh-CN" altLang="en-US" sz="2000" dirty="0"/>
          </a:p>
        </p:txBody>
      </p:sp>
      <p:sp>
        <p:nvSpPr>
          <p:cNvPr id="6" name="矩形 5"/>
          <p:cNvSpPr/>
          <p:nvPr/>
        </p:nvSpPr>
        <p:spPr>
          <a:xfrm>
            <a:off x="635" y="268605"/>
            <a:ext cx="12192000" cy="38989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400" b="1" noProof="1" smtClean="0">
                <a:solidFill>
                  <a:srgbClr val="FFFFFF"/>
                </a:solidFill>
                <a:latin typeface="微软雅黑" panose="020B0503020204020204" charset="-122"/>
                <a:ea typeface="微软雅黑" panose="020B0503020204020204" charset="-122"/>
                <a:cs typeface="微软雅黑" panose="020B0503020204020204" charset="-122"/>
                <a:sym typeface="+mn-ea"/>
              </a:rPr>
              <a:t> </a:t>
            </a:r>
            <a:r>
              <a:rPr lang="zh-CN" altLang="en-US" sz="2400" b="1" noProof="1" smtClean="0">
                <a:solidFill>
                  <a:srgbClr val="FFFFFF"/>
                </a:solidFill>
                <a:latin typeface="微软雅黑" panose="020B0503020204020204" charset="-122"/>
                <a:ea typeface="微软雅黑" panose="020B0503020204020204" charset="-122"/>
                <a:cs typeface="微软雅黑" panose="020B0503020204020204" charset="-122"/>
                <a:sym typeface="+mn-ea"/>
              </a:rPr>
              <a:t>三</a:t>
            </a:r>
            <a:r>
              <a:rPr lang="en-US" altLang="zh-CN" sz="2400" b="1" noProof="1" smtClean="0">
                <a:solidFill>
                  <a:srgbClr val="FFFFFF"/>
                </a:solidFill>
                <a:latin typeface="微软雅黑" panose="020B0503020204020204" charset="-122"/>
                <a:ea typeface="微软雅黑" panose="020B0503020204020204" charset="-122"/>
                <a:cs typeface="微软雅黑" panose="020B0503020204020204" charset="-122"/>
                <a:sym typeface="+mn-ea"/>
              </a:rPr>
              <a:t>.</a:t>
            </a:r>
            <a:r>
              <a:rPr lang="zh-CN" altLang="en-US" sz="2400" dirty="0" smtClean="0">
                <a:solidFill>
                  <a:schemeClr val="bg1"/>
                </a:solidFill>
                <a:sym typeface="+mn-ea"/>
              </a:rPr>
              <a:t> </a:t>
            </a:r>
            <a:r>
              <a:rPr lang="zh-CN" sz="2400" dirty="0">
                <a:solidFill>
                  <a:schemeClr val="bg1"/>
                </a:solidFill>
                <a:sym typeface="+mn-ea"/>
              </a:rPr>
              <a:t>其他功能</a:t>
            </a:r>
            <a:endParaRPr lang="zh-CN" sz="2400" b="1" noProof="1" smtClean="0">
              <a:solidFill>
                <a:srgbClr val="FFFFFF"/>
              </a:solidFill>
              <a:latin typeface="微软雅黑" panose="020B0503020204020204" charset="-122"/>
              <a:ea typeface="微软雅黑" panose="020B0503020204020204" charset="-122"/>
              <a:sym typeface="+mn-ea"/>
            </a:endParaRPr>
          </a:p>
        </p:txBody>
      </p:sp>
      <p:sp>
        <p:nvSpPr>
          <p:cNvPr id="4" name="矩形 3"/>
          <p:cNvSpPr/>
          <p:nvPr/>
        </p:nvSpPr>
        <p:spPr>
          <a:xfrm>
            <a:off x="551895" y="1052533"/>
            <a:ext cx="1660525" cy="398780"/>
          </a:xfrm>
          <a:prstGeom prst="rect">
            <a:avLst/>
          </a:prstGeom>
        </p:spPr>
        <p:txBody>
          <a:bodyPr wrap="none">
            <a:spAutoFit/>
          </a:bodyPr>
          <a:p>
            <a:r>
              <a:rPr lang="en-US" altLang="zh-CN" sz="2000" b="1" dirty="0" smtClean="0">
                <a:latin typeface="微软雅黑" panose="020B0503020204020204" charset="-122"/>
                <a:ea typeface="微软雅黑" panose="020B0503020204020204" charset="-122"/>
              </a:rPr>
              <a:t>3.4 </a:t>
            </a:r>
            <a:r>
              <a:rPr lang="zh-CN" altLang="en-US" sz="2000" b="1" dirty="0" smtClean="0">
                <a:latin typeface="微软雅黑" panose="020B0503020204020204" charset="-122"/>
                <a:ea typeface="微软雅黑" panose="020B0503020204020204" charset="-122"/>
              </a:rPr>
              <a:t>温度映射</a:t>
            </a:r>
            <a:endParaRPr lang="zh-CN" altLang="en-US" sz="2000" b="1" dirty="0" smtClean="0">
              <a:latin typeface="微软雅黑" panose="020B0503020204020204" charset="-122"/>
              <a:ea typeface="微软雅黑" panose="020B0503020204020204" charset="-122"/>
              <a:sym typeface="+mn-ea"/>
            </a:endParaRPr>
          </a:p>
        </p:txBody>
      </p:sp>
      <p:sp>
        <p:nvSpPr>
          <p:cNvPr id="5" name="文本框 4"/>
          <p:cNvSpPr txBox="1"/>
          <p:nvPr/>
        </p:nvSpPr>
        <p:spPr>
          <a:xfrm>
            <a:off x="552065" y="1772890"/>
            <a:ext cx="8280000" cy="2584450"/>
          </a:xfrm>
          <a:prstGeom prst="rect">
            <a:avLst/>
          </a:prstGeom>
          <a:noFill/>
        </p:spPr>
        <p:txBody>
          <a:bodyPr wrap="square" rtlCol="0">
            <a:spAutoFit/>
          </a:bodyPr>
          <a:p>
            <a:r>
              <a:rPr lang="zh-CN" altLang="en-US">
                <a:sym typeface="+mn-ea"/>
              </a:rPr>
              <a:t>温度映射：人体温度分为体表温度和体内温度，需要根据设备测出的体表温度，</a:t>
            </a:r>
            <a:endParaRPr lang="zh-CN" altLang="en-US">
              <a:sym typeface="+mn-ea"/>
            </a:endParaRPr>
          </a:p>
          <a:p>
            <a:endParaRPr lang="zh-CN" altLang="en-US">
              <a:sym typeface="+mn-ea"/>
            </a:endParaRPr>
          </a:p>
          <a:p>
            <a:r>
              <a:rPr lang="zh-CN" altLang="en-US">
                <a:sym typeface="+mn-ea"/>
              </a:rPr>
              <a:t>计算出人体的体内温度。因此需要一种映射关系可以将体表温度转换为体内温度。</a:t>
            </a:r>
            <a:endParaRPr lang="zh-CN" altLang="en-US">
              <a:sym typeface="+mn-ea"/>
            </a:endParaRPr>
          </a:p>
          <a:p>
            <a:endParaRPr lang="zh-CN" altLang="en-US">
              <a:sym typeface="+mn-ea"/>
            </a:endParaRPr>
          </a:p>
          <a:p>
            <a:r>
              <a:rPr lang="zh-CN" altLang="en-US">
                <a:sym typeface="+mn-ea"/>
              </a:rPr>
              <a:t>映射关系：在不同环温下分别使用额温枪和模组测温设备测试体表温度和体内温</a:t>
            </a:r>
            <a:endParaRPr lang="zh-CN" altLang="en-US">
              <a:sym typeface="+mn-ea"/>
            </a:endParaRPr>
          </a:p>
          <a:p>
            <a:endParaRPr lang="zh-CN" altLang="en-US">
              <a:sym typeface="+mn-ea"/>
            </a:endParaRPr>
          </a:p>
          <a:p>
            <a:r>
              <a:rPr lang="zh-CN" altLang="en-US">
                <a:sym typeface="+mn-ea"/>
              </a:rPr>
              <a:t>度，然后拟合出对应的映射关系。</a:t>
            </a:r>
            <a:endParaRPr lang="zh-CN" altLang="en-US">
              <a:sym typeface="+mn-ea"/>
            </a:endParaRPr>
          </a:p>
          <a:p>
            <a:endParaRPr lang="zh-CN" altLang="en-US">
              <a:sym typeface="+mn-ea"/>
            </a:endParaRPr>
          </a:p>
          <a:p>
            <a:r>
              <a:rPr lang="en-US" altLang="zh-CN"/>
              <a:t>                  </a:t>
            </a:r>
            <a:endParaRPr lang="zh-CN" altLang="en-US"/>
          </a:p>
        </p:txBody>
      </p:sp>
    </p:spTree>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80060" y="6165215"/>
            <a:ext cx="10530840" cy="398780"/>
          </a:xfrm>
          <a:prstGeom prst="rect">
            <a:avLst/>
          </a:prstGeom>
          <a:noFill/>
        </p:spPr>
        <p:txBody>
          <a:bodyPr wrap="square" rtlCol="0">
            <a:spAutoFit/>
          </a:bodyPr>
          <a:lstStyle/>
          <a:p>
            <a:endParaRPr lang="zh-CN" altLang="en-US" sz="2000" dirty="0"/>
          </a:p>
        </p:txBody>
      </p:sp>
      <p:sp>
        <p:nvSpPr>
          <p:cNvPr id="6" name="矩形 5"/>
          <p:cNvSpPr/>
          <p:nvPr/>
        </p:nvSpPr>
        <p:spPr>
          <a:xfrm>
            <a:off x="635" y="268605"/>
            <a:ext cx="12192000" cy="38989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400" b="1" noProof="1" smtClean="0">
                <a:solidFill>
                  <a:srgbClr val="FFFFFF"/>
                </a:solidFill>
                <a:latin typeface="微软雅黑" panose="020B0503020204020204" charset="-122"/>
                <a:ea typeface="微软雅黑" panose="020B0503020204020204" charset="-122"/>
                <a:cs typeface="微软雅黑" panose="020B0503020204020204" charset="-122"/>
                <a:sym typeface="+mn-ea"/>
              </a:rPr>
              <a:t> </a:t>
            </a:r>
            <a:r>
              <a:rPr lang="zh-CN" altLang="en-US" sz="2400" b="1" noProof="1" smtClean="0">
                <a:solidFill>
                  <a:srgbClr val="FFFFFF"/>
                </a:solidFill>
                <a:latin typeface="微软雅黑" panose="020B0503020204020204" charset="-122"/>
                <a:ea typeface="微软雅黑" panose="020B0503020204020204" charset="-122"/>
                <a:cs typeface="微软雅黑" panose="020B0503020204020204" charset="-122"/>
                <a:sym typeface="+mn-ea"/>
              </a:rPr>
              <a:t>三</a:t>
            </a:r>
            <a:r>
              <a:rPr lang="en-US" altLang="zh-CN" sz="2400" b="1" noProof="1" smtClean="0">
                <a:solidFill>
                  <a:srgbClr val="FFFFFF"/>
                </a:solidFill>
                <a:latin typeface="微软雅黑" panose="020B0503020204020204" charset="-122"/>
                <a:ea typeface="微软雅黑" panose="020B0503020204020204" charset="-122"/>
                <a:cs typeface="微软雅黑" panose="020B0503020204020204" charset="-122"/>
                <a:sym typeface="+mn-ea"/>
              </a:rPr>
              <a:t>.</a:t>
            </a:r>
            <a:r>
              <a:rPr lang="zh-CN" altLang="en-US" sz="2400" dirty="0" smtClean="0">
                <a:solidFill>
                  <a:schemeClr val="bg1"/>
                </a:solidFill>
                <a:sym typeface="+mn-ea"/>
              </a:rPr>
              <a:t> </a:t>
            </a:r>
            <a:r>
              <a:rPr lang="zh-CN" sz="2400" dirty="0">
                <a:solidFill>
                  <a:schemeClr val="bg1"/>
                </a:solidFill>
                <a:sym typeface="+mn-ea"/>
              </a:rPr>
              <a:t>其他功能</a:t>
            </a:r>
            <a:endParaRPr lang="zh-CN" sz="2400" b="1" noProof="1" smtClean="0">
              <a:solidFill>
                <a:srgbClr val="FFFFFF"/>
              </a:solidFill>
              <a:latin typeface="微软雅黑" panose="020B0503020204020204" charset="-122"/>
              <a:ea typeface="微软雅黑" panose="020B0503020204020204" charset="-122"/>
              <a:sym typeface="+mn-ea"/>
            </a:endParaRPr>
          </a:p>
        </p:txBody>
      </p:sp>
      <p:sp>
        <p:nvSpPr>
          <p:cNvPr id="4" name="矩形 3"/>
          <p:cNvSpPr/>
          <p:nvPr/>
        </p:nvSpPr>
        <p:spPr>
          <a:xfrm>
            <a:off x="551895" y="1052533"/>
            <a:ext cx="1914525" cy="398780"/>
          </a:xfrm>
          <a:prstGeom prst="rect">
            <a:avLst/>
          </a:prstGeom>
        </p:spPr>
        <p:txBody>
          <a:bodyPr wrap="none">
            <a:spAutoFit/>
          </a:bodyPr>
          <a:p>
            <a:r>
              <a:rPr lang="en-US" altLang="zh-CN" sz="2000" b="1" dirty="0" smtClean="0">
                <a:latin typeface="微软雅黑" panose="020B0503020204020204" charset="-122"/>
                <a:ea typeface="微软雅黑" panose="020B0503020204020204" charset="-122"/>
              </a:rPr>
              <a:t>3.5 </a:t>
            </a:r>
            <a:r>
              <a:rPr lang="zh-CN" altLang="en-US" sz="2000" b="1" dirty="0" smtClean="0">
                <a:latin typeface="微软雅黑" panose="020B0503020204020204" charset="-122"/>
                <a:ea typeface="微软雅黑" panose="020B0503020204020204" charset="-122"/>
              </a:rPr>
              <a:t>冷热机判断</a:t>
            </a:r>
            <a:endParaRPr lang="zh-CN" altLang="en-US" sz="2000" b="1" dirty="0" smtClean="0">
              <a:latin typeface="微软雅黑" panose="020B0503020204020204" charset="-122"/>
              <a:ea typeface="微软雅黑" panose="020B0503020204020204" charset="-122"/>
              <a:sym typeface="+mn-ea"/>
            </a:endParaRPr>
          </a:p>
        </p:txBody>
      </p:sp>
      <p:sp>
        <p:nvSpPr>
          <p:cNvPr id="5" name="文本框 4"/>
          <p:cNvSpPr txBox="1"/>
          <p:nvPr/>
        </p:nvSpPr>
        <p:spPr>
          <a:xfrm>
            <a:off x="552065" y="1772890"/>
            <a:ext cx="8280000" cy="4523105"/>
          </a:xfrm>
          <a:prstGeom prst="rect">
            <a:avLst/>
          </a:prstGeom>
          <a:noFill/>
        </p:spPr>
        <p:txBody>
          <a:bodyPr wrap="square" rtlCol="0">
            <a:spAutoFit/>
          </a:bodyPr>
          <a:p>
            <a:r>
              <a:rPr lang="zh-CN" altLang="en-US">
                <a:sym typeface="+mn-ea"/>
              </a:rPr>
              <a:t>冷热机：设备在对应的环温下关机保温</a:t>
            </a:r>
            <a:r>
              <a:rPr lang="en-US" altLang="zh-CN">
                <a:sym typeface="+mn-ea"/>
              </a:rPr>
              <a:t>1h</a:t>
            </a:r>
            <a:r>
              <a:rPr lang="zh-CN" altLang="en-US">
                <a:sym typeface="+mn-ea"/>
              </a:rPr>
              <a:t>以上则称为冷机；使用一段时间关机后</a:t>
            </a:r>
            <a:endParaRPr lang="zh-CN" altLang="en-US">
              <a:sym typeface="+mn-ea"/>
            </a:endParaRPr>
          </a:p>
          <a:p>
            <a:endParaRPr lang="zh-CN" altLang="en-US">
              <a:sym typeface="+mn-ea"/>
            </a:endParaRPr>
          </a:p>
          <a:p>
            <a:r>
              <a:rPr lang="zh-CN" altLang="en-US">
                <a:sym typeface="+mn-ea"/>
              </a:rPr>
              <a:t>立马（或关机时间较短）开机，称为热机。在同一环温下，冷机和热机的开机快</a:t>
            </a:r>
            <a:endParaRPr lang="zh-CN" altLang="en-US">
              <a:sym typeface="+mn-ea"/>
            </a:endParaRPr>
          </a:p>
          <a:p>
            <a:endParaRPr lang="zh-CN" altLang="en-US">
              <a:sym typeface="+mn-ea"/>
            </a:endParaRPr>
          </a:p>
          <a:p>
            <a:r>
              <a:rPr lang="zh-CN" altLang="en-US">
                <a:sym typeface="+mn-ea"/>
              </a:rPr>
              <a:t>门温存在一定差异，导致快门温漂修正量也不相同，表现为冷机和热机的测温结</a:t>
            </a:r>
            <a:endParaRPr lang="zh-CN" altLang="en-US">
              <a:sym typeface="+mn-ea"/>
            </a:endParaRPr>
          </a:p>
          <a:p>
            <a:endParaRPr lang="zh-CN" altLang="en-US">
              <a:sym typeface="+mn-ea"/>
            </a:endParaRPr>
          </a:p>
          <a:p>
            <a:r>
              <a:rPr lang="zh-CN" altLang="en-US">
                <a:sym typeface="+mn-ea"/>
              </a:rPr>
              <a:t>果有较大差异。因此需要能准确判断设备的冷热机状态。</a:t>
            </a:r>
            <a:endParaRPr lang="zh-CN" altLang="en-US">
              <a:sym typeface="+mn-ea"/>
            </a:endParaRPr>
          </a:p>
          <a:p>
            <a:endParaRPr lang="zh-CN" altLang="en-US">
              <a:sym typeface="+mn-ea"/>
            </a:endParaRPr>
          </a:p>
          <a:p>
            <a:r>
              <a:rPr lang="zh-CN" altLang="en-US">
                <a:sym typeface="+mn-ea"/>
              </a:rPr>
              <a:t>冷热机判断方法：（当能记录设备关机时间时）</a:t>
            </a:r>
            <a:endParaRPr lang="zh-CN" altLang="en-US">
              <a:sym typeface="+mn-ea"/>
            </a:endParaRPr>
          </a:p>
          <a:p>
            <a:endParaRPr lang="zh-CN" altLang="en-US">
              <a:sym typeface="+mn-ea"/>
            </a:endParaRPr>
          </a:p>
          <a:p>
            <a:r>
              <a:rPr lang="zh-CN" altLang="en-US">
                <a:sym typeface="+mn-ea"/>
              </a:rPr>
              <a:t>（</a:t>
            </a:r>
            <a:r>
              <a:rPr lang="en-US" altLang="zh-CN">
                <a:sym typeface="+mn-ea"/>
              </a:rPr>
              <a:t>1</a:t>
            </a:r>
            <a:r>
              <a:rPr lang="zh-CN" altLang="en-US">
                <a:sym typeface="+mn-ea"/>
              </a:rPr>
              <a:t>）记录设备关机时间T，当关机时间时，判断设备为冷开机，否则为热开机；</a:t>
            </a:r>
            <a:endParaRPr lang="zh-CN" altLang="en-US">
              <a:sym typeface="+mn-ea"/>
            </a:endParaRPr>
          </a:p>
          <a:p>
            <a:endParaRPr lang="zh-CN" altLang="en-US">
              <a:sym typeface="+mn-ea"/>
            </a:endParaRPr>
          </a:p>
          <a:p>
            <a:r>
              <a:rPr lang="zh-CN" altLang="en-US">
                <a:sym typeface="+mn-ea"/>
              </a:rPr>
              <a:t>（</a:t>
            </a:r>
            <a:r>
              <a:rPr lang="en-US" altLang="zh-CN">
                <a:sym typeface="+mn-ea"/>
              </a:rPr>
              <a:t>2</a:t>
            </a:r>
            <a:r>
              <a:rPr lang="zh-CN" altLang="en-US">
                <a:sym typeface="+mn-ea"/>
              </a:rPr>
              <a:t>）当设备为冷开机时则存储并更新本次的开机快门温；若设备为热开机则将</a:t>
            </a:r>
            <a:endParaRPr lang="zh-CN" altLang="en-US">
              <a:sym typeface="+mn-ea"/>
            </a:endParaRPr>
          </a:p>
          <a:p>
            <a:endParaRPr lang="zh-CN" altLang="en-US">
              <a:sym typeface="+mn-ea"/>
            </a:endParaRPr>
          </a:p>
          <a:p>
            <a:r>
              <a:rPr lang="zh-CN" altLang="en-US">
                <a:sym typeface="+mn-ea"/>
              </a:rPr>
              <a:t>本次开机快门温度替换为上一次冷开机时的开机快门温度。</a:t>
            </a:r>
            <a:endParaRPr lang="zh-CN" altLang="en-US">
              <a:sym typeface="+mn-ea"/>
            </a:endParaRPr>
          </a:p>
          <a:p>
            <a:r>
              <a:rPr lang="en-US" altLang="zh-CN"/>
              <a:t>                  </a:t>
            </a:r>
            <a:endParaRPr lang="zh-CN" altLang="en-US"/>
          </a:p>
        </p:txBody>
      </p:sp>
    </p:spTree>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80060" y="6165215"/>
            <a:ext cx="10530840" cy="398780"/>
          </a:xfrm>
          <a:prstGeom prst="rect">
            <a:avLst/>
          </a:prstGeom>
          <a:noFill/>
        </p:spPr>
        <p:txBody>
          <a:bodyPr wrap="square" rtlCol="0">
            <a:spAutoFit/>
          </a:bodyPr>
          <a:lstStyle/>
          <a:p>
            <a:endParaRPr lang="zh-CN" altLang="en-US" sz="2000" dirty="0"/>
          </a:p>
        </p:txBody>
      </p:sp>
      <p:sp>
        <p:nvSpPr>
          <p:cNvPr id="6" name="矩形 5"/>
          <p:cNvSpPr/>
          <p:nvPr/>
        </p:nvSpPr>
        <p:spPr>
          <a:xfrm>
            <a:off x="635" y="268605"/>
            <a:ext cx="12192000" cy="38989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400" b="1" noProof="1" smtClean="0">
                <a:solidFill>
                  <a:srgbClr val="FFFFFF"/>
                </a:solidFill>
                <a:latin typeface="微软雅黑" panose="020B0503020204020204" charset="-122"/>
                <a:ea typeface="微软雅黑" panose="020B0503020204020204" charset="-122"/>
                <a:cs typeface="微软雅黑" panose="020B0503020204020204" charset="-122"/>
                <a:sym typeface="+mn-ea"/>
              </a:rPr>
              <a:t> </a:t>
            </a:r>
            <a:r>
              <a:rPr lang="zh-CN" altLang="en-US" sz="2400" b="1" noProof="1" smtClean="0">
                <a:solidFill>
                  <a:srgbClr val="FFFFFF"/>
                </a:solidFill>
                <a:latin typeface="微软雅黑" panose="020B0503020204020204" charset="-122"/>
                <a:ea typeface="微软雅黑" panose="020B0503020204020204" charset="-122"/>
                <a:cs typeface="微软雅黑" panose="020B0503020204020204" charset="-122"/>
                <a:sym typeface="+mn-ea"/>
              </a:rPr>
              <a:t>三</a:t>
            </a:r>
            <a:r>
              <a:rPr lang="en-US" altLang="zh-CN" sz="2400" b="1" noProof="1" smtClean="0">
                <a:solidFill>
                  <a:srgbClr val="FFFFFF"/>
                </a:solidFill>
                <a:latin typeface="微软雅黑" panose="020B0503020204020204" charset="-122"/>
                <a:ea typeface="微软雅黑" panose="020B0503020204020204" charset="-122"/>
                <a:cs typeface="微软雅黑" panose="020B0503020204020204" charset="-122"/>
                <a:sym typeface="+mn-ea"/>
              </a:rPr>
              <a:t>.</a:t>
            </a:r>
            <a:r>
              <a:rPr lang="zh-CN" altLang="en-US" sz="2400" dirty="0" smtClean="0">
                <a:solidFill>
                  <a:schemeClr val="bg1"/>
                </a:solidFill>
                <a:sym typeface="+mn-ea"/>
              </a:rPr>
              <a:t> </a:t>
            </a:r>
            <a:r>
              <a:rPr lang="zh-CN" sz="2400" dirty="0">
                <a:solidFill>
                  <a:schemeClr val="bg1"/>
                </a:solidFill>
                <a:sym typeface="+mn-ea"/>
              </a:rPr>
              <a:t>其他功能</a:t>
            </a:r>
            <a:endParaRPr lang="zh-CN" sz="2400" b="1" noProof="1" smtClean="0">
              <a:solidFill>
                <a:srgbClr val="FFFFFF"/>
              </a:solidFill>
              <a:latin typeface="微软雅黑" panose="020B0503020204020204" charset="-122"/>
              <a:ea typeface="微软雅黑" panose="020B0503020204020204" charset="-122"/>
              <a:sym typeface="+mn-ea"/>
            </a:endParaRPr>
          </a:p>
        </p:txBody>
      </p:sp>
      <p:sp>
        <p:nvSpPr>
          <p:cNvPr id="4" name="矩形 3"/>
          <p:cNvSpPr/>
          <p:nvPr/>
        </p:nvSpPr>
        <p:spPr>
          <a:xfrm>
            <a:off x="551895" y="1052533"/>
            <a:ext cx="1660525" cy="398780"/>
          </a:xfrm>
          <a:prstGeom prst="rect">
            <a:avLst/>
          </a:prstGeom>
        </p:spPr>
        <p:txBody>
          <a:bodyPr wrap="none">
            <a:spAutoFit/>
          </a:bodyPr>
          <a:p>
            <a:r>
              <a:rPr lang="en-US" altLang="zh-CN" sz="2000" b="1" dirty="0" smtClean="0">
                <a:latin typeface="微软雅黑" panose="020B0503020204020204" charset="-122"/>
                <a:ea typeface="微软雅黑" panose="020B0503020204020204" charset="-122"/>
              </a:rPr>
              <a:t>3.6 </a:t>
            </a:r>
            <a:r>
              <a:rPr lang="zh-CN" altLang="en-US" sz="2000" b="1" dirty="0" smtClean="0">
                <a:latin typeface="微软雅黑" panose="020B0503020204020204" charset="-122"/>
                <a:ea typeface="微软雅黑" panose="020B0503020204020204" charset="-122"/>
              </a:rPr>
              <a:t>快门策略</a:t>
            </a:r>
            <a:endParaRPr lang="zh-CN" altLang="en-US" sz="2000" b="1" dirty="0" smtClean="0">
              <a:latin typeface="微软雅黑" panose="020B0503020204020204" charset="-122"/>
              <a:ea typeface="微软雅黑" panose="020B0503020204020204" charset="-122"/>
              <a:sym typeface="+mn-ea"/>
            </a:endParaRPr>
          </a:p>
        </p:txBody>
      </p:sp>
      <p:sp>
        <p:nvSpPr>
          <p:cNvPr id="5" name="文本框 4"/>
          <p:cNvSpPr txBox="1"/>
          <p:nvPr/>
        </p:nvSpPr>
        <p:spPr>
          <a:xfrm>
            <a:off x="552065" y="1772890"/>
            <a:ext cx="8280000" cy="4246245"/>
          </a:xfrm>
          <a:prstGeom prst="rect">
            <a:avLst/>
          </a:prstGeom>
          <a:noFill/>
        </p:spPr>
        <p:txBody>
          <a:bodyPr wrap="square" rtlCol="0">
            <a:spAutoFit/>
          </a:bodyPr>
          <a:p>
            <a:r>
              <a:rPr lang="zh-CN" altLang="en-US">
                <a:sym typeface="+mn-ea"/>
              </a:rPr>
              <a:t>在测温过程中需要通过打快门以确保数据的准确性（</a:t>
            </a:r>
            <a:r>
              <a:rPr lang="zh-CN" altLang="en-US">
                <a:sym typeface="+mn-ea"/>
              </a:rPr>
              <a:t>尤其是刚开机前几分钟设备</a:t>
            </a:r>
            <a:endParaRPr lang="zh-CN" altLang="en-US">
              <a:sym typeface="+mn-ea"/>
            </a:endParaRPr>
          </a:p>
          <a:p>
            <a:endParaRPr lang="zh-CN" altLang="en-US">
              <a:sym typeface="+mn-ea"/>
            </a:endParaRPr>
          </a:p>
          <a:p>
            <a:r>
              <a:rPr lang="zh-CN" altLang="en-US">
                <a:sym typeface="+mn-ea"/>
              </a:rPr>
              <a:t>快速时</a:t>
            </a:r>
            <a:r>
              <a:rPr lang="zh-CN" altLang="en-US">
                <a:sym typeface="+mn-ea"/>
              </a:rPr>
              <a:t>），但是又要考虑到快门的使用寿命，因此需要根据设备的使用情况制定</a:t>
            </a:r>
            <a:endParaRPr lang="zh-CN" altLang="en-US">
              <a:sym typeface="+mn-ea"/>
            </a:endParaRPr>
          </a:p>
          <a:p>
            <a:endParaRPr lang="zh-CN" altLang="en-US">
              <a:sym typeface="+mn-ea"/>
            </a:endParaRPr>
          </a:p>
          <a:p>
            <a:r>
              <a:rPr lang="zh-CN" altLang="en-US"/>
              <a:t>合理的快门策略。</a:t>
            </a:r>
            <a:r>
              <a:rPr lang="en-US" altLang="zh-CN"/>
              <a:t>          </a:t>
            </a:r>
            <a:endParaRPr lang="en-US" altLang="zh-CN"/>
          </a:p>
          <a:p>
            <a:endParaRPr lang="en-US" altLang="zh-CN"/>
          </a:p>
          <a:p>
            <a:r>
              <a:rPr lang="zh-CN" altLang="en-US"/>
              <a:t>目前</a:t>
            </a:r>
            <a:r>
              <a:rPr lang="en-US" altLang="zh-CN"/>
              <a:t>ITA</a:t>
            </a:r>
            <a:r>
              <a:rPr lang="zh-CN" altLang="en-US"/>
              <a:t>库默认的快门策略为：</a:t>
            </a:r>
            <a:endParaRPr lang="zh-CN" altLang="en-US"/>
          </a:p>
          <a:p>
            <a:endParaRPr lang="zh-CN" altLang="en-US"/>
          </a:p>
          <a:p>
            <a:r>
              <a:rPr lang="zh-CN" altLang="en-US"/>
              <a:t>（</a:t>
            </a:r>
            <a:r>
              <a:rPr lang="en-US" altLang="zh-CN"/>
              <a:t>1</a:t>
            </a:r>
            <a:r>
              <a:rPr lang="zh-CN" altLang="en-US"/>
              <a:t>）开机</a:t>
            </a:r>
            <a:r>
              <a:rPr lang="en-US" altLang="zh-CN"/>
              <a:t>60</a:t>
            </a:r>
            <a:r>
              <a:rPr lang="zh-CN" altLang="en-US"/>
              <a:t>分钟以内，自动快门周期为</a:t>
            </a:r>
            <a:r>
              <a:rPr lang="en-US" altLang="zh-CN"/>
              <a:t>30s</a:t>
            </a:r>
            <a:r>
              <a:rPr lang="zh-CN" altLang="en-US"/>
              <a:t>；</a:t>
            </a:r>
            <a:endParaRPr lang="zh-CN" altLang="en-US"/>
          </a:p>
          <a:p>
            <a:endParaRPr lang="zh-CN" altLang="en-US"/>
          </a:p>
          <a:p>
            <a:r>
              <a:rPr lang="zh-CN" altLang="en-US"/>
              <a:t>（</a:t>
            </a:r>
            <a:r>
              <a:rPr lang="en-US" altLang="zh-CN"/>
              <a:t>2</a:t>
            </a:r>
            <a:r>
              <a:rPr lang="zh-CN" altLang="en-US"/>
              <a:t>）开机</a:t>
            </a:r>
            <a:r>
              <a:rPr lang="en-US" altLang="zh-CN"/>
              <a:t>120</a:t>
            </a:r>
            <a:r>
              <a:rPr lang="zh-CN" altLang="en-US"/>
              <a:t>分钟以内，自动快门周期为</a:t>
            </a:r>
            <a:r>
              <a:rPr lang="en-US" altLang="zh-CN"/>
              <a:t>60s</a:t>
            </a:r>
            <a:r>
              <a:rPr lang="zh-CN" altLang="en-US"/>
              <a:t>；</a:t>
            </a:r>
            <a:endParaRPr lang="zh-CN" altLang="en-US"/>
          </a:p>
          <a:p>
            <a:endParaRPr lang="zh-CN" altLang="en-US"/>
          </a:p>
          <a:p>
            <a:r>
              <a:rPr lang="zh-CN" altLang="en-US"/>
              <a:t>（</a:t>
            </a:r>
            <a:r>
              <a:rPr lang="en-US" altLang="zh-CN"/>
              <a:t>3</a:t>
            </a:r>
            <a:r>
              <a:rPr lang="zh-CN" altLang="en-US"/>
              <a:t>）开机</a:t>
            </a:r>
            <a:r>
              <a:rPr lang="en-US" altLang="zh-CN"/>
              <a:t>120</a:t>
            </a:r>
            <a:r>
              <a:rPr lang="zh-CN" altLang="en-US"/>
              <a:t>以后，自动快门周期为</a:t>
            </a:r>
            <a:r>
              <a:rPr lang="en-US" altLang="zh-CN"/>
              <a:t>90s</a:t>
            </a:r>
            <a:r>
              <a:rPr lang="zh-CN" altLang="en-US"/>
              <a:t>；</a:t>
            </a:r>
            <a:endParaRPr lang="zh-CN" altLang="en-US"/>
          </a:p>
          <a:p>
            <a:endParaRPr lang="zh-CN" altLang="en-US"/>
          </a:p>
          <a:p>
            <a:r>
              <a:rPr lang="en-US" altLang="zh-CN"/>
              <a:t>        </a:t>
            </a:r>
            <a:endParaRPr lang="zh-CN" altLang="en-US"/>
          </a:p>
        </p:txBody>
      </p:sp>
    </p:spTree>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80060" y="6165215"/>
            <a:ext cx="10530840" cy="398780"/>
          </a:xfrm>
          <a:prstGeom prst="rect">
            <a:avLst/>
          </a:prstGeom>
          <a:noFill/>
        </p:spPr>
        <p:txBody>
          <a:bodyPr wrap="square" rtlCol="0">
            <a:spAutoFit/>
          </a:bodyPr>
          <a:lstStyle/>
          <a:p>
            <a:endParaRPr lang="zh-CN" altLang="en-US" sz="2000" dirty="0"/>
          </a:p>
        </p:txBody>
      </p:sp>
      <p:sp>
        <p:nvSpPr>
          <p:cNvPr id="6" name="矩形 5"/>
          <p:cNvSpPr/>
          <p:nvPr/>
        </p:nvSpPr>
        <p:spPr>
          <a:xfrm>
            <a:off x="635" y="268605"/>
            <a:ext cx="12192000" cy="38989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400" b="1" noProof="1" smtClean="0">
                <a:solidFill>
                  <a:srgbClr val="FFFFFF"/>
                </a:solidFill>
                <a:latin typeface="微软雅黑" panose="020B0503020204020204" charset="-122"/>
                <a:ea typeface="微软雅黑" panose="020B0503020204020204" charset="-122"/>
                <a:cs typeface="微软雅黑" panose="020B0503020204020204" charset="-122"/>
                <a:sym typeface="+mn-ea"/>
              </a:rPr>
              <a:t> </a:t>
            </a:r>
            <a:r>
              <a:rPr lang="zh-CN" altLang="en-US" sz="2400" b="1" noProof="1" smtClean="0">
                <a:solidFill>
                  <a:srgbClr val="FFFFFF"/>
                </a:solidFill>
                <a:latin typeface="微软雅黑" panose="020B0503020204020204" charset="-122"/>
                <a:ea typeface="微软雅黑" panose="020B0503020204020204" charset="-122"/>
                <a:cs typeface="微软雅黑" panose="020B0503020204020204" charset="-122"/>
                <a:sym typeface="+mn-ea"/>
              </a:rPr>
              <a:t>四</a:t>
            </a:r>
            <a:r>
              <a:rPr lang="en-US" altLang="zh-CN" sz="2400" b="1" noProof="1" smtClean="0">
                <a:solidFill>
                  <a:srgbClr val="FFFFFF"/>
                </a:solidFill>
                <a:latin typeface="微软雅黑" panose="020B0503020204020204" charset="-122"/>
                <a:ea typeface="微软雅黑" panose="020B0503020204020204" charset="-122"/>
                <a:cs typeface="微软雅黑" panose="020B0503020204020204" charset="-122"/>
                <a:sym typeface="+mn-ea"/>
              </a:rPr>
              <a:t>.</a:t>
            </a:r>
            <a:r>
              <a:rPr lang="zh-CN" altLang="en-US" sz="2400" dirty="0" smtClean="0">
                <a:solidFill>
                  <a:schemeClr val="bg1"/>
                </a:solidFill>
                <a:sym typeface="+mn-ea"/>
              </a:rPr>
              <a:t> </a:t>
            </a:r>
            <a:r>
              <a:rPr lang="zh-CN" sz="2400" b="1" dirty="0">
                <a:solidFill>
                  <a:schemeClr val="bg1"/>
                </a:solidFill>
                <a:latin typeface="微软雅黑" panose="020B0503020204020204" charset="-122"/>
                <a:ea typeface="微软雅黑" panose="020B0503020204020204" charset="-122"/>
                <a:sym typeface="+mn-ea"/>
              </a:rPr>
              <a:t>代码</a:t>
            </a:r>
            <a:endParaRPr lang="zh-CN" sz="2400" b="1" noProof="1" dirty="0" smtClean="0">
              <a:solidFill>
                <a:schemeClr val="bg1"/>
              </a:solidFill>
              <a:latin typeface="微软雅黑" panose="020B0503020204020204" charset="-122"/>
              <a:ea typeface="微软雅黑" panose="020B0503020204020204" charset="-122"/>
              <a:sym typeface="+mn-ea"/>
            </a:endParaRPr>
          </a:p>
        </p:txBody>
      </p:sp>
      <p:sp>
        <p:nvSpPr>
          <p:cNvPr id="5" name="文本框 4"/>
          <p:cNvSpPr txBox="1"/>
          <p:nvPr/>
        </p:nvSpPr>
        <p:spPr>
          <a:xfrm>
            <a:off x="552065" y="1772890"/>
            <a:ext cx="8280000" cy="645160"/>
          </a:xfrm>
          <a:prstGeom prst="rect">
            <a:avLst/>
          </a:prstGeom>
          <a:noFill/>
        </p:spPr>
        <p:txBody>
          <a:bodyPr wrap="square" rtlCol="0">
            <a:spAutoFit/>
          </a:bodyPr>
          <a:p>
            <a:r>
              <a:rPr lang="zh-CN">
                <a:sym typeface="+mn-ea"/>
              </a:rPr>
              <a:t>代码详解</a:t>
            </a:r>
            <a:r>
              <a:rPr lang="en-US" altLang="zh-CN">
                <a:sym typeface="+mn-ea"/>
              </a:rPr>
              <a:t>ITA</a:t>
            </a:r>
            <a:r>
              <a:rPr lang="zh-CN" altLang="en-US">
                <a:sym typeface="+mn-ea"/>
              </a:rPr>
              <a:t>库</a:t>
            </a:r>
            <a:r>
              <a:rPr lang="en-US" altLang="zh-CN">
                <a:sym typeface="+mn-ea"/>
              </a:rPr>
              <a:t>MeasureTempCore.cpp</a:t>
            </a:r>
            <a:r>
              <a:rPr lang="zh-CN" altLang="en-US">
                <a:sym typeface="+mn-ea"/>
              </a:rPr>
              <a:t>和</a:t>
            </a:r>
            <a:r>
              <a:rPr lang="en-US" altLang="zh-CN">
                <a:sym typeface="+mn-ea"/>
              </a:rPr>
              <a:t>MeasureTempCore.h</a:t>
            </a:r>
            <a:endParaRPr lang="zh-CN" altLang="en-US"/>
          </a:p>
          <a:p>
            <a:r>
              <a:rPr lang="en-US" altLang="zh-CN"/>
              <a:t>        </a:t>
            </a:r>
            <a:endParaRPr lang="zh-CN" altLang="en-US"/>
          </a:p>
        </p:txBody>
      </p:sp>
    </p:spTree>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gradFill>
          <a:gsLst>
            <a:gs pos="34000">
              <a:srgbClr val="1C1C1C"/>
            </a:gs>
            <a:gs pos="0">
              <a:srgbClr val="383838"/>
            </a:gs>
            <a:gs pos="100000">
              <a:schemeClr val="accent4"/>
            </a:gs>
          </a:gsLst>
          <a:lin ang="2400000" scaled="0"/>
        </a:gradFill>
        <a:effectLst/>
      </p:bgPr>
    </p:bg>
    <p:spTree>
      <p:nvGrpSpPr>
        <p:cNvPr id="1" name=""/>
        <p:cNvGrpSpPr/>
        <p:nvPr/>
      </p:nvGrpSpPr>
      <p:grpSpPr>
        <a:xfrm>
          <a:off x="0" y="0"/>
          <a:ext cx="0" cy="0"/>
          <a:chOff x="0" y="0"/>
          <a:chExt cx="0" cy="0"/>
        </a:xfrm>
      </p:grpSpPr>
      <p:pic>
        <p:nvPicPr>
          <p:cNvPr id="11" name="图片 10" descr="未标题-2_画板 1"/>
          <p:cNvPicPr>
            <a:picLocks noChangeAspect="1"/>
          </p:cNvPicPr>
          <p:nvPr>
            <p:custDataLst>
              <p:tags r:id="rId1"/>
            </p:custDataLst>
          </p:nvPr>
        </p:nvPicPr>
        <p:blipFill>
          <a:blip r:embed="rId2"/>
          <a:stretch>
            <a:fillRect/>
          </a:stretch>
        </p:blipFill>
        <p:spPr>
          <a:xfrm>
            <a:off x="0" y="6985"/>
            <a:ext cx="5225415" cy="6863080"/>
          </a:xfrm>
          <a:prstGeom prst="rect">
            <a:avLst/>
          </a:prstGeom>
        </p:spPr>
      </p:pic>
      <p:pic>
        <p:nvPicPr>
          <p:cNvPr id="14" name="图片 13" descr="未标题33_画板 1"/>
          <p:cNvPicPr>
            <a:picLocks noChangeAspect="1"/>
          </p:cNvPicPr>
          <p:nvPr>
            <p:custDataLst>
              <p:tags r:id="rId3"/>
            </p:custDataLst>
          </p:nvPr>
        </p:nvPicPr>
        <p:blipFill>
          <a:blip r:embed="rId4"/>
          <a:stretch>
            <a:fillRect/>
          </a:stretch>
        </p:blipFill>
        <p:spPr>
          <a:xfrm>
            <a:off x="10560685" y="-99060"/>
            <a:ext cx="1499235" cy="1351280"/>
          </a:xfrm>
          <a:prstGeom prst="rect">
            <a:avLst/>
          </a:prstGeom>
        </p:spPr>
      </p:pic>
      <p:pic>
        <p:nvPicPr>
          <p:cNvPr id="8" name="图片 7"/>
          <p:cNvPicPr>
            <a:picLocks noChangeAspect="1"/>
          </p:cNvPicPr>
          <p:nvPr>
            <p:custDataLst>
              <p:tags r:id="rId5"/>
            </p:custDataLst>
          </p:nvPr>
        </p:nvPicPr>
        <p:blipFill>
          <a:blip r:embed="rId6">
            <a:extLst>
              <a:ext uri="{28A0092B-C50C-407E-A947-70E740481C1C}">
                <a14:useLocalDpi xmlns:a14="http://schemas.microsoft.com/office/drawing/2010/main" val="0"/>
              </a:ext>
            </a:extLst>
          </a:blip>
          <a:stretch>
            <a:fillRect/>
          </a:stretch>
        </p:blipFill>
        <p:spPr>
          <a:xfrm>
            <a:off x="983615" y="3413760"/>
            <a:ext cx="10995025" cy="3343910"/>
          </a:xfrm>
          <a:prstGeom prst="rect">
            <a:avLst/>
          </a:prstGeom>
        </p:spPr>
      </p:pic>
      <p:sp>
        <p:nvSpPr>
          <p:cNvPr id="4099" name="文本框 3"/>
          <p:cNvSpPr txBox="1"/>
          <p:nvPr/>
        </p:nvSpPr>
        <p:spPr>
          <a:xfrm>
            <a:off x="5225480" y="3476943"/>
            <a:ext cx="1689100" cy="398780"/>
          </a:xfrm>
          <a:prstGeom prst="rect">
            <a:avLst/>
          </a:prstGeom>
          <a:noFill/>
          <a:ln w="9525">
            <a:noFill/>
          </a:ln>
        </p:spPr>
        <p:txBody>
          <a:bodyPr wrap="none" anchor="t" anchorCtr="0">
            <a:spAutoFit/>
          </a:bodyPr>
          <a:lstStyle/>
          <a:p>
            <a:pPr algn="l"/>
            <a:r>
              <a:rPr lang="en-US" altLang="zh-CN" sz="2000" dirty="0" smtClean="0">
                <a:solidFill>
                  <a:schemeClr val="bg1"/>
                </a:solidFill>
                <a:effectLst/>
                <a:latin typeface="微软雅黑" panose="020B0503020204020204" charset="-122"/>
                <a:ea typeface="微软雅黑" panose="020B0503020204020204" charset="-122"/>
                <a:cs typeface="Arial" panose="020B0604020202020204" pitchFamily="34" charset="0"/>
                <a:sym typeface="+mn-ea"/>
              </a:rPr>
              <a:t>THANK YOU</a:t>
            </a:r>
            <a:endParaRPr lang="zh-CN" altLang="en-US" sz="2000" dirty="0">
              <a:solidFill>
                <a:schemeClr val="bg1"/>
              </a:solidFill>
              <a:latin typeface="微软雅黑" panose="020B0503020204020204" charset="-122"/>
              <a:ea typeface="微软雅黑" panose="020B0503020204020204" charset="-122"/>
              <a:cs typeface="Arial" panose="020B0604020202020204" pitchFamily="34" charset="0"/>
            </a:endParaRPr>
          </a:p>
        </p:txBody>
      </p:sp>
      <p:sp>
        <p:nvSpPr>
          <p:cNvPr id="4098" name="文本框 2"/>
          <p:cNvSpPr txBox="1"/>
          <p:nvPr/>
        </p:nvSpPr>
        <p:spPr>
          <a:xfrm>
            <a:off x="4871437" y="2708910"/>
            <a:ext cx="6853555" cy="768350"/>
          </a:xfrm>
          <a:prstGeom prst="rect">
            <a:avLst/>
          </a:prstGeom>
          <a:noFill/>
          <a:ln w="9525">
            <a:noFill/>
          </a:ln>
        </p:spPr>
        <p:txBody>
          <a:bodyPr wrap="square" anchor="t" anchorCtr="0">
            <a:spAutoFit/>
          </a:bodyPr>
          <a:lstStyle/>
          <a:p>
            <a:r>
              <a:rPr lang="zh-CN" altLang="en-US" sz="4400" dirty="0">
                <a:solidFill>
                  <a:schemeClr val="bg1"/>
                </a:solidFill>
                <a:latin typeface="微软雅黑" panose="020B0503020204020204" charset="-122"/>
                <a:ea typeface="微软雅黑" panose="020B0503020204020204" charset="-122"/>
                <a:sym typeface="+mn-ea"/>
              </a:rPr>
              <a:t>谢谢观看</a:t>
            </a:r>
            <a:endParaRPr lang="en-US" altLang="zh-CN" sz="4400" dirty="0">
              <a:solidFill>
                <a:schemeClr val="bg1"/>
              </a:solidFill>
              <a:latin typeface="微软雅黑" panose="020B0503020204020204" charset="-122"/>
              <a:ea typeface="微软雅黑" panose="020B0503020204020204" charset="-122"/>
            </a:endParaRPr>
          </a:p>
        </p:txBody>
      </p:sp>
    </p:spTree>
  </p:cSld>
  <p:clrMapOvr>
    <a:masterClrMapping/>
  </p:clrMapOvr>
</p:sld>
</file>

<file path=ppt/tags/tag1.xml><?xml version="1.0" encoding="utf-8"?>
<p:tagLst xmlns:p="http://schemas.openxmlformats.org/presentationml/2006/main">
  <p:tag name="KSO_WM_UNIT_PLACING_PICTURE_USER_VIEWPORT" val="{&quot;height&quot;:7710,&quot;width&quot;:8640}"/>
</p:tagLst>
</file>

<file path=ppt/tags/tag2.xml><?xml version="1.0" encoding="utf-8"?>
<p:tagLst xmlns:p="http://schemas.openxmlformats.org/presentationml/2006/main">
  <p:tag name="KSO_WM_UNIT_PLACING_PICTURE_USER_VIEWPORT" val="{&quot;height&quot;:10808,&quot;width&quot;:8229}"/>
</p:tagLst>
</file>

<file path=ppt/tags/tag3.xml><?xml version="1.0" encoding="utf-8"?>
<p:tagLst xmlns:p="http://schemas.openxmlformats.org/presentationml/2006/main">
  <p:tag name="KSO_WM_UNIT_PLACING_PICTURE_USER_VIEWPORT" val="{&quot;height&quot;:2128,&quot;width&quot;:2361}"/>
</p:tagLst>
</file>

<file path=ppt/tags/tag4.xml><?xml version="1.0" encoding="utf-8"?>
<p:tagLst xmlns:p="http://schemas.openxmlformats.org/presentationml/2006/main">
  <p:tag name="KSO_WM_UNIT_PLACING_PICTURE_USER_VIEWPORT" val="{&quot;height&quot;:5803.092913385826,&quot;width&quot;:19200}"/>
</p:tagLst>
</file>

<file path=ppt/tags/tag5.xml><?xml version="1.0" encoding="utf-8"?>
<p:tagLst xmlns:p="http://schemas.openxmlformats.org/presentationml/2006/main">
  <p:tag name="COMMONDATA" val="eyJoZGlkIjoiZDIzNWQ5ODZmNGJlODZkNzdlZTViNDM4OTJkMjEzYTMifQ=="/>
</p:tagLst>
</file>

<file path=ppt/theme/theme1.xml><?xml version="1.0" encoding="utf-8"?>
<a:theme xmlns:a="http://schemas.openxmlformats.org/drawingml/2006/main" name="高德智感2022年2月制造部月报">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默认设计模板">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urier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urier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高德智感2022年2月制造部月报</Template>
  <TotalTime>0</TotalTime>
  <Words>3325</Words>
  <Application>WPS 演示</Application>
  <PresentationFormat>宽屏</PresentationFormat>
  <Paragraphs>318</Paragraphs>
  <Slides>23</Slides>
  <Notes>31</Notes>
  <HiddenSlides>0</HiddenSlides>
  <MMClips>0</MMClips>
  <ScaleCrop>false</ScaleCrop>
  <HeadingPairs>
    <vt:vector size="8" baseType="variant">
      <vt:variant>
        <vt:lpstr>已用的字体</vt:lpstr>
      </vt:variant>
      <vt:variant>
        <vt:i4>6</vt:i4>
      </vt:variant>
      <vt:variant>
        <vt:lpstr>主题</vt:lpstr>
      </vt:variant>
      <vt:variant>
        <vt:i4>2</vt:i4>
      </vt:variant>
      <vt:variant>
        <vt:lpstr>嵌入 OLE 服务器</vt:lpstr>
      </vt:variant>
      <vt:variant>
        <vt:i4>5</vt:i4>
      </vt:variant>
      <vt:variant>
        <vt:lpstr>幻灯片标题</vt:lpstr>
      </vt:variant>
      <vt:variant>
        <vt:i4>23</vt:i4>
      </vt:variant>
    </vt:vector>
  </HeadingPairs>
  <TitlesOfParts>
    <vt:vector size="36" baseType="lpstr">
      <vt:lpstr>Arial</vt:lpstr>
      <vt:lpstr>宋体</vt:lpstr>
      <vt:lpstr>Wingdings</vt:lpstr>
      <vt:lpstr>微软雅黑</vt:lpstr>
      <vt:lpstr>Arial Unicode MS</vt:lpstr>
      <vt:lpstr>Calibri</vt:lpstr>
      <vt:lpstr>高德智感2022年2月制造部月报</vt:lpstr>
      <vt:lpstr>1_默认设计模板</vt:lpstr>
      <vt:lpstr>Equation.KSEE3</vt:lpstr>
      <vt:lpstr>Equation.KSEE3</vt:lpstr>
      <vt:lpstr>Equation.KSEE3</vt:lpstr>
      <vt:lpstr>Equation.KSEE3</vt:lpstr>
      <vt:lpstr>Equation.KSEE3</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USER-</dc:creator>
  <cp:lastModifiedBy>05182tzy2</cp:lastModifiedBy>
  <cp:revision>69</cp:revision>
  <dcterms:created xsi:type="dcterms:W3CDTF">2022-03-15T09:14:00Z</dcterms:created>
  <dcterms:modified xsi:type="dcterms:W3CDTF">2022-06-22T07:14:06Z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2052-11.1.0.10356</vt:lpwstr>
  </property>
  <property fmtid="{D5CDD505-2E9C-101B-9397-08002B2CF9AE}" pid="3" name="ICV">
    <vt:lpwstr>594F5B37EC1D48E19A5CE5537C2C16B2</vt:lpwstr>
  </property>
</Properties>
</file>