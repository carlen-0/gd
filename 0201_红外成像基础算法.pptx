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tx1"/>
            </a:gs>
            <a:gs pos="0">
              <a:schemeClr val="tx1">
                <a:lumMod val="25000"/>
                <a:lumOff val="75000"/>
              </a:schemeClr>
            </a:gs>
            <a:gs pos="100000">
              <a:schemeClr val="tx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时域降噪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1152" y="855876"/>
            <a:ext cx="108274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受红外探测器供电电路、读出电路和放大电路等稳定性的影响，红外探测器输出的原始电信号在时域上存在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随机噪声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为了提高图像质量，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引入时域滤波算法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5360" y="33265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时域降噪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1153" y="855876"/>
            <a:ext cx="82351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时域降噪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的原理是根据视频图像运动的剧烈程度选取不同的方法进行去噪，已减小图像中静止区域的抖动，也能够避免运动区域的拖影。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186" y="855876"/>
            <a:ext cx="2853057" cy="59138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991678" y="2200433"/>
                <a:ext cx="52352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)+(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)∗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678" y="2200433"/>
                <a:ext cx="5235279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6" t="-3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Cambria Math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Carlen</cp:lastModifiedBy>
  <cp:revision>156</cp:revision>
  <dcterms:created xsi:type="dcterms:W3CDTF">2019-06-19T02:08:00Z</dcterms:created>
  <dcterms:modified xsi:type="dcterms:W3CDTF">2025-04-25T03:54:39Z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AA42A61D4DB64A388366ECAADE5F9942_11</vt:lpwstr>
  </property>
</Properties>
</file>