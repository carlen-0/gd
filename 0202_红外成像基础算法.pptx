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tx1"/>
            </a:gs>
            <a:gs pos="0">
              <a:schemeClr val="tx1">
                <a:lumMod val="25000"/>
                <a:lumOff val="75000"/>
              </a:schemeClr>
            </a:gs>
            <a:gs pos="100000">
              <a:schemeClr val="tx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52600" y="476884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去锅盖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1394" y="855876"/>
            <a:ext cx="1131922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随着设备工作时间变长，电路板在工作过程中会产生大量热量，导致光学结构部件或快门不均匀，从而使得图像四周较亮中间较暗的现象，形状于锅盖类似。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当设备出现锅盖现象时，通常锅盖形状相对固定，基于这一特性，去锅盖算法需提前采集模板。在设备使用过程中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非均匀性特征可以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近似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看作是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温升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和模板之间的函数关系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，温升越大，锅盖现象越严重。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128" y="4722015"/>
            <a:ext cx="2250000" cy="1800000"/>
          </a:xfrm>
          <a:prstGeom prst="rect">
            <a:avLst/>
          </a:prstGeom>
        </p:spPr>
      </p:pic>
      <p:pic>
        <p:nvPicPr>
          <p:cNvPr id="8" name="图片 7" descr="G:\1_ZC08A\锅盖问题分析\焦温对锅盖的影响\焦温60\IRI_19700101_080454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887" y="2780471"/>
            <a:ext cx="2227241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/>
          <p:nvPr/>
        </p:nvPicPr>
        <p:blipFill>
          <a:blip r:embed="rId5"/>
          <a:stretch>
            <a:fillRect/>
          </a:stretch>
        </p:blipFill>
        <p:spPr>
          <a:xfrm>
            <a:off x="966302" y="2812095"/>
            <a:ext cx="5129698" cy="3709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52600" y="476884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去锅盖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186" y="855876"/>
            <a:ext cx="3216405" cy="257312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781" y="876153"/>
            <a:ext cx="3216405" cy="2573124"/>
          </a:xfrm>
          <a:prstGeom prst="rect">
            <a:avLst/>
          </a:prstGeom>
        </p:spPr>
      </p:pic>
      <p:pic>
        <p:nvPicPr>
          <p:cNvPr id="9" name="图片 8" descr="G:\1_ZC08A\锅盖问题分析\去锅盖算法仿真\锅盖\锅盖\IRI_19700127_051600.jp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186" y="3807992"/>
            <a:ext cx="3216405" cy="2573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 descr="G:\1_ZC08A\锅盖问题分析\去锅盖算法仿真\锅盖\锅盖\IRI_19700127_051824.jpg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781" y="3807992"/>
            <a:ext cx="3216405" cy="257333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右箭头 5"/>
          <p:cNvSpPr/>
          <p:nvPr/>
        </p:nvSpPr>
        <p:spPr>
          <a:xfrm>
            <a:off x="4716718" y="3021373"/>
            <a:ext cx="2232248" cy="129614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去锅盖后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WPS 演示</Application>
  <PresentationFormat>宽屏</PresentationFormat>
  <Paragraphs>9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Carlen</cp:lastModifiedBy>
  <cp:revision>155</cp:revision>
  <dcterms:created xsi:type="dcterms:W3CDTF">2019-06-19T02:08:00Z</dcterms:created>
  <dcterms:modified xsi:type="dcterms:W3CDTF">2025-04-25T03:41:52Z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005E82DB8EB64DA99F8005B955A43CD5_11</vt:lpwstr>
  </property>
</Properties>
</file>