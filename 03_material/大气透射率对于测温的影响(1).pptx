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94" r:id="rId3"/>
    <p:sldId id="396" r:id="rId4"/>
    <p:sldId id="397" r:id="rId5"/>
    <p:sldId id="398" r:id="rId6"/>
    <p:sldId id="399" r:id="rId7"/>
    <p:sldId id="400" r:id="rId8"/>
    <p:sldId id="39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22198-55C2-BFC9-C4EA-EC5BA7C44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096959-6FDF-379B-C1F6-DE69FB81C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6C3C9D-4F79-5548-6AC2-252DE12F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97DB21-2B6E-E374-B8B1-C7D6642F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D317EE-3F67-51B0-C5A1-A5C944A38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66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1B18ED-B38A-C02E-A305-046684620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28B047-CCD4-7267-0B46-5CFBB921B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7FD983-D5B3-2CAF-94AC-757EA4185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417045-A4EA-02AE-0EA7-A8985F4B8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B11E6-A47F-83CF-2DAE-D459CA8A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00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F9A8F-50B0-71B9-DCF7-FD006777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AC508C-EB51-1ABF-B42F-4D5C6DDB4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7932B2-0B15-74CD-3560-CEC0A3F7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B8787-AD54-56F7-C9FB-CEBE2F7EE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59700-F11B-CB70-CCA4-E62F0E64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23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0C411-4D42-B7A7-5C4B-E14C9A68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F07AA5-DF00-10E2-B6F0-D217EB94D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4D4A8D-AA32-6448-BAAD-A99809096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004799-7C74-5F5E-BD4D-ED8DC6E73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025EE4-C686-8CDE-47E4-C90526884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789459-C0FE-E6CE-738C-CBA7F2A0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02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3855C-6051-78A7-01B9-8D699853D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FF33A-B52B-1A2F-3A6C-5325015F2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A2F595-19FC-0E58-7363-81F6BD18C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64CCAE-620B-11D6-2885-DB8101F5A8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4F6DB5-1055-CFAA-0382-70E6549C35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B42F08-B77E-80EA-86F4-F89D92D9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E9B634-B2BD-5633-2073-314FF1D8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FE529F-83C7-E5A0-DD83-0819C95B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16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28EB3-4A81-C587-DBD5-22D7F685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8C3198F-1D16-755E-2F99-36A6A2A5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7ADA14-A8F2-9B2B-5A8A-D8978E85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1FED3C-27B2-7283-36A3-8AEE23B2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704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723EA5-8310-7137-02C2-6589BC9E1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6D99302-5EE4-A14F-24AA-C03E6570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F277B1-E347-22B3-ED08-03A06C97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27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5F4C0-AB23-2DC7-D402-ADE6F5ACC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86E823-C0AF-259E-6C59-1DF070828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1BB52C-C8AF-A970-8296-620C5C99A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93EC67-2B46-671E-5D02-0748E21D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112410-2004-C4D2-C481-3C4FA69B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6FF029-85EE-5069-5E8E-C71F9BE9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95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D91EF5-6D62-B8C5-422D-E60F94014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DDA394-D674-9CE5-C7B3-715C3F012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1712C3-78D7-55F9-D759-8329C8ED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0B9B01-A240-326C-D232-F6A8EA73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1A1180-C190-08C0-9CFA-45018E0D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C04A0B-4587-A68E-01B2-FA377398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796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E46A-33E9-799D-6C74-4D3C8E8A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D7CE4B-438E-9EC6-93D3-75BC237B0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2DAF2-8270-1DC9-3536-DA10A2AC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BB1E06-D94C-50F6-2EAA-A08DFF3E0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34DABF-29B0-DACF-8A38-E682B3D0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25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8CCF9BD-9D1E-52FD-D948-4BD77F1CBA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C696AF4-5455-C538-53D7-2C89AF0E9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B13CB0-C04E-5F23-1EBC-7033100F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B8780E-24CD-0DF9-D367-16E6370F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F06FFC-E43C-E9A0-7ACC-7930AECD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653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22" tIns="36261" rIns="72522" bIns="36261" anchor="ctr"/>
          <a:lstStyle/>
          <a:p>
            <a:pPr algn="ctr" defTabSz="954548">
              <a:defRPr/>
            </a:pPr>
            <a:endParaRPr lang="zh-CN" altLang="en-US" sz="1836">
              <a:solidFill>
                <a:srgbClr val="F5F5F5"/>
              </a:solidFill>
            </a:endParaRPr>
          </a:p>
        </p:txBody>
      </p:sp>
      <p:pic>
        <p:nvPicPr>
          <p:cNvPr id="2053" name="图片 6" descr="未标题-1.png"/>
          <p:cNvPicPr>
            <a:picLocks noChangeAspect="1"/>
          </p:cNvPicPr>
          <p:nvPr userDrawn="1"/>
        </p:nvPicPr>
        <p:blipFill>
          <a:blip r:embed="rId2"/>
          <a:srcRect r="1054" b="2344"/>
          <a:stretch>
            <a:fillRect/>
          </a:stretch>
        </p:blipFill>
        <p:spPr>
          <a:xfrm>
            <a:off x="3901816" y="2567383"/>
            <a:ext cx="8290184" cy="429061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31506" y="1295014"/>
            <a:ext cx="5791257" cy="1470025"/>
          </a:xfrm>
          <a:prstGeom prst="rect">
            <a:avLst/>
          </a:prstGeom>
        </p:spPr>
        <p:txBody>
          <a:bodyPr lIns="94799" tIns="47399" rIns="94799" bIns="47399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1504" y="3050786"/>
            <a:ext cx="5683672" cy="1752600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 algn="l">
              <a:buNone/>
              <a:defRPr sz="260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77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4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1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85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631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40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75F5A221-509F-446F-897B-C1F7F2C559B4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254A8B37-6905-40B6-A6EF-4A70ADE43B78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380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5" descr="高德智感logo中英文常规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1970" y="6310922"/>
            <a:ext cx="1036273" cy="38309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6176" y="1"/>
            <a:ext cx="10364198" cy="563358"/>
          </a:xfrm>
          <a:prstGeom prst="rect">
            <a:avLst/>
          </a:prstGeom>
        </p:spPr>
        <p:txBody>
          <a:bodyPr lIns="94799" tIns="47399" rIns="94799" bIns="47399" anchor="ctr"/>
          <a:lstStyle>
            <a:lvl1pPr algn="l">
              <a:defRPr sz="2219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9828" y="807243"/>
            <a:ext cx="10852573" cy="5318921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buNone/>
              <a:defRPr sz="3442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9F9E0172-2FC9-467B-AAC9-3EF841F3BB93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8BAEE03A-9450-4832-B576-0897E99CA8E5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107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22" tIns="36261" rIns="72522" bIns="36261" anchor="ctr"/>
          <a:lstStyle/>
          <a:p>
            <a:pPr algn="ctr" defTabSz="954548">
              <a:defRPr/>
            </a:pPr>
            <a:endParaRPr lang="zh-CN" altLang="en-US" sz="1836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6" y="4406902"/>
            <a:ext cx="10363200" cy="1362075"/>
          </a:xfrm>
          <a:prstGeom prst="rect">
            <a:avLst/>
          </a:prstGeom>
        </p:spPr>
        <p:txBody>
          <a:bodyPr lIns="94799" tIns="47399" rIns="94799" bIns="47399" anchor="t"/>
          <a:lstStyle>
            <a:lvl1pPr algn="l">
              <a:defRPr sz="4131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6" y="2906716"/>
            <a:ext cx="10363200" cy="1500187"/>
          </a:xfrm>
          <a:prstGeom prst="rect">
            <a:avLst/>
          </a:prstGeom>
        </p:spPr>
        <p:txBody>
          <a:bodyPr lIns="94799" tIns="47399" rIns="94799" bIns="47399" anchor="b"/>
          <a:lstStyle>
            <a:lvl1pPr marL="0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1pPr>
            <a:lvl2pPr marL="477031" indent="0">
              <a:buNone/>
              <a:defRPr sz="1836">
                <a:solidFill>
                  <a:schemeClr val="tx1">
                    <a:tint val="75000"/>
                  </a:schemeClr>
                </a:solidFill>
              </a:defRPr>
            </a:lvl2pPr>
            <a:lvl3pPr marL="954548" indent="0">
              <a:buNone/>
              <a:defRPr sz="1683">
                <a:solidFill>
                  <a:schemeClr val="tx1">
                    <a:tint val="75000"/>
                  </a:schemeClr>
                </a:solidFill>
              </a:defRPr>
            </a:lvl3pPr>
            <a:lvl4pPr marL="1431093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4pPr>
            <a:lvl5pPr marL="190861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5pPr>
            <a:lvl6pPr marL="2385641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6pPr>
            <a:lvl7pPr marL="2863158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7pPr>
            <a:lvl8pPr marL="3340189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8pPr>
            <a:lvl9pPr marL="381722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2AF4B1DA-D3C3-4BED-9C9E-2D28B7032460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1D30AB33-C4A8-4007-8B39-F6E7C7C3EFD7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4667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4638"/>
            <a:ext cx="10972800" cy="1143000"/>
          </a:xfrm>
          <a:prstGeom prst="rect">
            <a:avLst/>
          </a:prstGeom>
        </p:spPr>
        <p:txBody>
          <a:bodyPr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2907"/>
            </a:lvl1pPr>
            <a:lvl2pPr>
              <a:defRPr sz="2601"/>
            </a:lvl2pPr>
            <a:lvl3pPr>
              <a:defRPr sz="2142"/>
            </a:lvl3pPr>
            <a:lvl4pPr>
              <a:defRPr sz="1836"/>
            </a:lvl4pPr>
            <a:lvl5pPr>
              <a:defRPr sz="1836"/>
            </a:lvl5pPr>
            <a:lvl6pPr>
              <a:defRPr sz="1836"/>
            </a:lvl6pPr>
            <a:lvl7pPr>
              <a:defRPr sz="1836"/>
            </a:lvl7pPr>
            <a:lvl8pPr>
              <a:defRPr sz="1836"/>
            </a:lvl8pPr>
            <a:lvl9pPr>
              <a:defRPr sz="183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2" y="1600201"/>
            <a:ext cx="5384800" cy="4525963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2907"/>
            </a:lvl1pPr>
            <a:lvl2pPr>
              <a:defRPr sz="2601"/>
            </a:lvl2pPr>
            <a:lvl3pPr>
              <a:defRPr sz="2142"/>
            </a:lvl3pPr>
            <a:lvl4pPr>
              <a:defRPr sz="1836"/>
            </a:lvl4pPr>
            <a:lvl5pPr>
              <a:defRPr sz="1836"/>
            </a:lvl5pPr>
            <a:lvl6pPr>
              <a:defRPr sz="1836"/>
            </a:lvl6pPr>
            <a:lvl7pPr>
              <a:defRPr sz="1836"/>
            </a:lvl7pPr>
            <a:lvl8pPr>
              <a:defRPr sz="1836"/>
            </a:lvl8pPr>
            <a:lvl9pPr>
              <a:defRPr sz="183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F89338C4-ED46-4A48-9915-83B30207B62A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1BDC65E2-5B8D-4D66-8114-DB1248365299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67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4638"/>
            <a:ext cx="10972800" cy="1143000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4"/>
            <a:ext cx="5386918" cy="639762"/>
          </a:xfrm>
          <a:prstGeom prst="rect">
            <a:avLst/>
          </a:prstGeom>
        </p:spPr>
        <p:txBody>
          <a:bodyPr lIns="94799" tIns="47399" rIns="94799" bIns="47399" anchor="b"/>
          <a:lstStyle>
            <a:lvl1pPr marL="0" indent="0">
              <a:buNone/>
              <a:defRPr sz="2601" b="1"/>
            </a:lvl1pPr>
            <a:lvl2pPr marL="477031" indent="0">
              <a:buNone/>
              <a:defRPr sz="2142" b="1"/>
            </a:lvl2pPr>
            <a:lvl3pPr marL="954548" indent="0">
              <a:buNone/>
              <a:defRPr sz="1836" b="1"/>
            </a:lvl3pPr>
            <a:lvl4pPr marL="1431093" indent="0">
              <a:buNone/>
              <a:defRPr sz="1683" b="1"/>
            </a:lvl4pPr>
            <a:lvl5pPr marL="1908610" indent="0">
              <a:buNone/>
              <a:defRPr sz="1683" b="1"/>
            </a:lvl5pPr>
            <a:lvl6pPr marL="2385641" indent="0">
              <a:buNone/>
              <a:defRPr sz="1683" b="1"/>
            </a:lvl6pPr>
            <a:lvl7pPr marL="2863158" indent="0">
              <a:buNone/>
              <a:defRPr sz="1683" b="1"/>
            </a:lvl7pPr>
            <a:lvl8pPr marL="3340189" indent="0">
              <a:buNone/>
              <a:defRPr sz="1683" b="1"/>
            </a:lvl8pPr>
            <a:lvl9pPr marL="3817220" indent="0">
              <a:buNone/>
              <a:defRPr sz="168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7"/>
            <a:ext cx="5386918" cy="3951288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2601"/>
            </a:lvl1pPr>
            <a:lvl2pPr>
              <a:defRPr sz="2142"/>
            </a:lvl2pPr>
            <a:lvl3pPr>
              <a:defRPr sz="1836"/>
            </a:lvl3pPr>
            <a:lvl4pPr>
              <a:defRPr sz="1683"/>
            </a:lvl4pPr>
            <a:lvl5pPr>
              <a:defRPr sz="1683"/>
            </a:lvl5pPr>
            <a:lvl6pPr>
              <a:defRPr sz="1683"/>
            </a:lvl6pPr>
            <a:lvl7pPr>
              <a:defRPr sz="1683"/>
            </a:lvl7pPr>
            <a:lvl8pPr>
              <a:defRPr sz="1683"/>
            </a:lvl8pPr>
            <a:lvl9pPr>
              <a:defRPr sz="168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  <a:prstGeom prst="rect">
            <a:avLst/>
          </a:prstGeom>
        </p:spPr>
        <p:txBody>
          <a:bodyPr lIns="94799" tIns="47399" rIns="94799" bIns="47399" anchor="b"/>
          <a:lstStyle>
            <a:lvl1pPr marL="0" indent="0">
              <a:buNone/>
              <a:defRPr sz="2601" b="1"/>
            </a:lvl1pPr>
            <a:lvl2pPr marL="477031" indent="0">
              <a:buNone/>
              <a:defRPr sz="2142" b="1"/>
            </a:lvl2pPr>
            <a:lvl3pPr marL="954548" indent="0">
              <a:buNone/>
              <a:defRPr sz="1836" b="1"/>
            </a:lvl3pPr>
            <a:lvl4pPr marL="1431093" indent="0">
              <a:buNone/>
              <a:defRPr sz="1683" b="1"/>
            </a:lvl4pPr>
            <a:lvl5pPr marL="1908610" indent="0">
              <a:buNone/>
              <a:defRPr sz="1683" b="1"/>
            </a:lvl5pPr>
            <a:lvl6pPr marL="2385641" indent="0">
              <a:buNone/>
              <a:defRPr sz="1683" b="1"/>
            </a:lvl6pPr>
            <a:lvl7pPr marL="2863158" indent="0">
              <a:buNone/>
              <a:defRPr sz="1683" b="1"/>
            </a:lvl7pPr>
            <a:lvl8pPr marL="3340189" indent="0">
              <a:buNone/>
              <a:defRPr sz="1683" b="1"/>
            </a:lvl8pPr>
            <a:lvl9pPr marL="3817220" indent="0">
              <a:buNone/>
              <a:defRPr sz="168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7"/>
            <a:ext cx="5389033" cy="3951288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2601"/>
            </a:lvl1pPr>
            <a:lvl2pPr>
              <a:defRPr sz="2142"/>
            </a:lvl2pPr>
            <a:lvl3pPr>
              <a:defRPr sz="1836"/>
            </a:lvl3pPr>
            <a:lvl4pPr>
              <a:defRPr sz="1683"/>
            </a:lvl4pPr>
            <a:lvl5pPr>
              <a:defRPr sz="1683"/>
            </a:lvl5pPr>
            <a:lvl6pPr>
              <a:defRPr sz="1683"/>
            </a:lvl6pPr>
            <a:lvl7pPr>
              <a:defRPr sz="1683"/>
            </a:lvl7pPr>
            <a:lvl8pPr>
              <a:defRPr sz="1683"/>
            </a:lvl8pPr>
            <a:lvl9pPr>
              <a:defRPr sz="168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1D91F2C8-F1D7-41F7-997B-CD0D1C4B3004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BD5F6910-6877-4A92-923C-30618D17E99B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156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4638"/>
            <a:ext cx="10972800" cy="1143000"/>
          </a:xfrm>
          <a:prstGeom prst="rect">
            <a:avLst/>
          </a:prstGeom>
        </p:spPr>
        <p:txBody>
          <a:bodyPr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8CC33891-62B3-4187-BFA1-A5F816F7EF21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3683EB2C-3F65-44FC-86C4-7E77A1EE5B0F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327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1"/>
          <p:cNvSpPr>
            <a:spLocks noGrp="1"/>
          </p:cNvSpPr>
          <p:nvPr>
            <p:ph type="dt" sz="half" idx="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571F1162-21D9-4EFC-8FDE-1E9B95AFF4E8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1A162430-B74C-4290-91FA-BB86462CB4AF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494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0667833" y="137109"/>
            <a:ext cx="3861494" cy="364273"/>
          </a:xfrm>
          <a:prstGeom prst="rect">
            <a:avLst/>
          </a:prstGeom>
        </p:spPr>
        <p:txBody>
          <a:bodyPr lIns="72522" tIns="36261" rIns="72522" bIns="36261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54548">
              <a:defRPr/>
            </a:pPr>
            <a:r>
              <a:rPr lang="en-US" altLang="zh-CN" sz="995" dirty="0">
                <a:solidFill>
                  <a:srgbClr val="F5F5F5"/>
                </a:solidFill>
              </a:rPr>
              <a:t>www.guideir.cn</a:t>
            </a:r>
            <a:endParaRPr lang="zh-CN" altLang="en-US" sz="995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4" y="273051"/>
            <a:ext cx="4011084" cy="1162050"/>
          </a:xfrm>
          <a:prstGeom prst="rect">
            <a:avLst/>
          </a:prstGeom>
        </p:spPr>
        <p:txBody>
          <a:bodyPr lIns="94799" tIns="47399" rIns="94799" bIns="47399" anchor="b"/>
          <a:lstStyle>
            <a:lvl1pPr algn="l">
              <a:defRPr sz="214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6" y="273052"/>
            <a:ext cx="6815667" cy="5853113"/>
          </a:xfrm>
          <a:prstGeom prst="rect">
            <a:avLst/>
          </a:prstGeom>
        </p:spPr>
        <p:txBody>
          <a:bodyPr lIns="94799" tIns="47399" rIns="94799" bIns="47399"/>
          <a:lstStyle>
            <a:lvl1pPr>
              <a:defRPr sz="3366"/>
            </a:lvl1pPr>
            <a:lvl2pPr>
              <a:defRPr sz="2907"/>
            </a:lvl2pPr>
            <a:lvl3pPr>
              <a:defRPr sz="2601"/>
            </a:lvl3pPr>
            <a:lvl4pPr>
              <a:defRPr sz="2142"/>
            </a:lvl4pPr>
            <a:lvl5pPr>
              <a:defRPr sz="2142"/>
            </a:lvl5pPr>
            <a:lvl6pPr>
              <a:defRPr sz="2142"/>
            </a:lvl6pPr>
            <a:lvl7pPr>
              <a:defRPr sz="2142"/>
            </a:lvl7pPr>
            <a:lvl8pPr>
              <a:defRPr sz="2142"/>
            </a:lvl8pPr>
            <a:lvl9pPr>
              <a:defRPr sz="214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4" y="1435101"/>
            <a:ext cx="4011084" cy="4691064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>
              <a:buNone/>
              <a:defRPr sz="1530"/>
            </a:lvl1pPr>
            <a:lvl2pPr marL="477031" indent="0">
              <a:buNone/>
              <a:defRPr sz="1224"/>
            </a:lvl2pPr>
            <a:lvl3pPr marL="954548" indent="0">
              <a:buNone/>
              <a:defRPr sz="1148"/>
            </a:lvl3pPr>
            <a:lvl4pPr marL="1431093" indent="0">
              <a:buNone/>
              <a:defRPr sz="995"/>
            </a:lvl4pPr>
            <a:lvl5pPr marL="1908610" indent="0">
              <a:buNone/>
              <a:defRPr sz="995"/>
            </a:lvl5pPr>
            <a:lvl6pPr marL="2385641" indent="0">
              <a:buNone/>
              <a:defRPr sz="995"/>
            </a:lvl6pPr>
            <a:lvl7pPr marL="2863158" indent="0">
              <a:buNone/>
              <a:defRPr sz="995"/>
            </a:lvl7pPr>
            <a:lvl8pPr marL="3340189" indent="0">
              <a:buNone/>
              <a:defRPr sz="995"/>
            </a:lvl8pPr>
            <a:lvl9pPr marL="3817220" indent="0">
              <a:buNone/>
              <a:defRPr sz="9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A900B55C-D334-4B83-9E63-2798C0216A00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F9A7A813-10EB-4DAA-B646-487C54A28694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4445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0667833" y="137109"/>
            <a:ext cx="3861494" cy="364273"/>
          </a:xfrm>
          <a:prstGeom prst="rect">
            <a:avLst/>
          </a:prstGeom>
        </p:spPr>
        <p:txBody>
          <a:bodyPr lIns="72522" tIns="36261" rIns="72522" bIns="36261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54548">
              <a:defRPr/>
            </a:pPr>
            <a:r>
              <a:rPr lang="en-US" altLang="zh-CN" sz="995" dirty="0">
                <a:solidFill>
                  <a:srgbClr val="F5F5F5"/>
                </a:solidFill>
              </a:rPr>
              <a:t>www.guideir.cn</a:t>
            </a:r>
            <a:endParaRPr lang="zh-CN" altLang="en-US" sz="995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9" y="4800600"/>
            <a:ext cx="7315200" cy="566738"/>
          </a:xfrm>
          <a:prstGeom prst="rect">
            <a:avLst/>
          </a:prstGeom>
        </p:spPr>
        <p:txBody>
          <a:bodyPr lIns="94799" tIns="47399" rIns="94799" bIns="47399" anchor="b"/>
          <a:lstStyle>
            <a:lvl1pPr algn="l">
              <a:defRPr sz="2142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9" y="612776"/>
            <a:ext cx="7315200" cy="4114800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>
              <a:buNone/>
              <a:defRPr sz="3366"/>
            </a:lvl1pPr>
            <a:lvl2pPr marL="477031" indent="0">
              <a:buNone/>
              <a:defRPr sz="2907"/>
            </a:lvl2pPr>
            <a:lvl3pPr marL="954548" indent="0">
              <a:buNone/>
              <a:defRPr sz="2601"/>
            </a:lvl3pPr>
            <a:lvl4pPr marL="1431093" indent="0">
              <a:buNone/>
              <a:defRPr sz="2142"/>
            </a:lvl4pPr>
            <a:lvl5pPr marL="1908610" indent="0">
              <a:buNone/>
              <a:defRPr sz="2142"/>
            </a:lvl5pPr>
            <a:lvl6pPr marL="2385641" indent="0">
              <a:buNone/>
              <a:defRPr sz="2142"/>
            </a:lvl6pPr>
            <a:lvl7pPr marL="2863158" indent="0">
              <a:buNone/>
              <a:defRPr sz="2142"/>
            </a:lvl7pPr>
            <a:lvl8pPr marL="3340189" indent="0">
              <a:buNone/>
              <a:defRPr sz="2142"/>
            </a:lvl8pPr>
            <a:lvl9pPr marL="3817220" indent="0">
              <a:buNone/>
              <a:defRPr sz="2142"/>
            </a:lvl9pPr>
          </a:lstStyle>
          <a:p>
            <a:pPr marL="0" marR="0" lvl="0" indent="0" algn="l" defTabSz="953576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366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9" y="5367339"/>
            <a:ext cx="7315200" cy="804862"/>
          </a:xfrm>
          <a:prstGeom prst="rect">
            <a:avLst/>
          </a:prstGeom>
        </p:spPr>
        <p:txBody>
          <a:bodyPr lIns="94799" tIns="47399" rIns="94799" bIns="47399"/>
          <a:lstStyle>
            <a:lvl1pPr marL="0" indent="0">
              <a:buNone/>
              <a:defRPr sz="1530"/>
            </a:lvl1pPr>
            <a:lvl2pPr marL="477031" indent="0">
              <a:buNone/>
              <a:defRPr sz="1224"/>
            </a:lvl2pPr>
            <a:lvl3pPr marL="954548" indent="0">
              <a:buNone/>
              <a:defRPr sz="1148"/>
            </a:lvl3pPr>
            <a:lvl4pPr marL="1431093" indent="0">
              <a:buNone/>
              <a:defRPr sz="995"/>
            </a:lvl4pPr>
            <a:lvl5pPr marL="1908610" indent="0">
              <a:buNone/>
              <a:defRPr sz="995"/>
            </a:lvl5pPr>
            <a:lvl6pPr marL="2385641" indent="0">
              <a:buNone/>
              <a:defRPr sz="995"/>
            </a:lvl6pPr>
            <a:lvl7pPr marL="2863158" indent="0">
              <a:buNone/>
              <a:defRPr sz="995"/>
            </a:lvl7pPr>
            <a:lvl8pPr marL="3340189" indent="0">
              <a:buNone/>
              <a:defRPr sz="995"/>
            </a:lvl8pPr>
            <a:lvl9pPr marL="3817220" indent="0">
              <a:buNone/>
              <a:defRPr sz="99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F15D4F6A-C54A-4DEE-981D-D8764C6E0D66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0081259E-B11E-49A5-85E7-4FFB0EAEA5E5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21993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0667833" y="137109"/>
            <a:ext cx="3861494" cy="364273"/>
          </a:xfrm>
          <a:prstGeom prst="rect">
            <a:avLst/>
          </a:prstGeom>
        </p:spPr>
        <p:txBody>
          <a:bodyPr lIns="72522" tIns="36261" rIns="72522" bIns="36261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54548">
              <a:defRPr/>
            </a:pPr>
            <a:r>
              <a:rPr lang="en-US" altLang="zh-CN" sz="995" dirty="0">
                <a:solidFill>
                  <a:srgbClr val="F5F5F5"/>
                </a:solidFill>
              </a:rPr>
              <a:t>www.guideir.cn</a:t>
            </a:r>
            <a:endParaRPr lang="zh-CN" altLang="en-US" sz="995" dirty="0">
              <a:solidFill>
                <a:srgbClr val="F5F5F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4638"/>
            <a:ext cx="10972800" cy="1143000"/>
          </a:xfrm>
          <a:prstGeom prst="rect">
            <a:avLst/>
          </a:prstGeom>
        </p:spPr>
        <p:txBody>
          <a:bodyPr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2" y="1600201"/>
            <a:ext cx="10972800" cy="4525963"/>
          </a:xfrm>
          <a:prstGeom prst="rect">
            <a:avLst/>
          </a:prstGeom>
        </p:spPr>
        <p:txBody>
          <a:bodyPr vert="eaVert" lIns="94799" tIns="47399" rIns="94799" bIns="4739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230839C7-799E-4BF3-AC8F-59C44E0B395C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59B38A68-8F7E-4155-B2A4-E2A2820EAC51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2412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4"/>
          <p:cNvSpPr txBox="1"/>
          <p:nvPr/>
        </p:nvSpPr>
        <p:spPr>
          <a:xfrm>
            <a:off x="10667833" y="137109"/>
            <a:ext cx="3861494" cy="364273"/>
          </a:xfrm>
          <a:prstGeom prst="rect">
            <a:avLst/>
          </a:prstGeom>
        </p:spPr>
        <p:txBody>
          <a:bodyPr lIns="72522" tIns="36261" rIns="72522" bIns="36261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54548">
              <a:defRPr/>
            </a:pPr>
            <a:r>
              <a:rPr lang="en-US" altLang="zh-CN" sz="995" dirty="0">
                <a:solidFill>
                  <a:srgbClr val="F5F5F5"/>
                </a:solidFill>
              </a:rPr>
              <a:t>www.guideir.cn</a:t>
            </a:r>
            <a:endParaRPr lang="zh-CN" altLang="en-US" sz="995" dirty="0">
              <a:solidFill>
                <a:srgbClr val="F5F5F5"/>
              </a:solidFill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 vert="eaVert" lIns="94799" tIns="47399" rIns="94799" bIns="47399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 vert="eaVert" lIns="94799" tIns="47399" rIns="94799" bIns="47399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10205" y="6356624"/>
            <a:ext cx="2844038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fld id="{6C577FA2-9663-40F8-AC05-1673D2A87F01}" type="datetimeFigureOut">
              <a:rPr lang="zh-CN" altLang="en-US" smtClean="0">
                <a:solidFill>
                  <a:srgbClr val="000000"/>
                </a:solidFill>
              </a:rPr>
              <a:t>2024/3/5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255" y="6356624"/>
            <a:ext cx="3861494" cy="364273"/>
          </a:xfrm>
          <a:prstGeom prst="rect">
            <a:avLst/>
          </a:prstGeom>
        </p:spPr>
        <p:txBody>
          <a:bodyPr lIns="94799" tIns="47399" rIns="94799" bIns="47399"/>
          <a:lstStyle>
            <a:lvl1pPr defTabSz="954548" eaLnBrk="1" fontAlgn="auto" hangingPunct="1">
              <a:spcBef>
                <a:spcPts val="0"/>
              </a:spcBef>
              <a:spcAft>
                <a:spcPts val="0"/>
              </a:spcAft>
              <a:defRPr sz="1836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758" y="6356624"/>
            <a:ext cx="2844038" cy="364273"/>
          </a:xfrm>
          <a:prstGeom prst="rect">
            <a:avLst/>
          </a:prstGeom>
        </p:spPr>
        <p:txBody>
          <a:bodyPr vert="horz" wrap="square" lIns="94799" tIns="47399" rIns="94799" bIns="47399" numCol="1" anchor="t" anchorCtr="0" compatLnSpc="1"/>
          <a:lstStyle>
            <a:lvl1pPr eaLnBrk="1" hangingPunct="1">
              <a:defRPr/>
            </a:lvl1pPr>
          </a:lstStyle>
          <a:p>
            <a:pPr defTabSz="953576" fontAlgn="base">
              <a:spcBef>
                <a:spcPct val="0"/>
              </a:spcBef>
              <a:spcAft>
                <a:spcPct val="0"/>
              </a:spcAft>
              <a:defRPr/>
            </a:pPr>
            <a:fld id="{8D1D2ACB-B504-4E1E-A500-1BAA03340C62}" type="slidenum">
              <a:rPr lang="zh-CN" altLang="en-US" sz="1760" smtClean="0">
                <a:solidFill>
                  <a:srgbClr val="000000"/>
                </a:solidFill>
              </a:rPr>
              <a:pPr defTabSz="953576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76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08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8DAFA4-29B4-619C-4803-3F7FE1A0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1BFC83-1BD5-7B6B-981E-11ECC1BDC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320F96-E987-0CF2-3679-AF8EF26EE1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07761-A73C-4DE9-AB25-920641A70E27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7266C6-73E9-572C-EC5B-CD4BCFE7B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633DC-CB65-33D8-0D71-F3D941BC2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70B705-27B4-45A2-AF3F-2004A3E652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16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5632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22" tIns="36261" rIns="72522" bIns="36261" anchor="ctr"/>
          <a:lstStyle/>
          <a:p>
            <a:pPr algn="ctr" defTabSz="954548">
              <a:defRPr/>
            </a:pPr>
            <a:endParaRPr lang="zh-CN" altLang="en-US" sz="1836">
              <a:solidFill>
                <a:srgbClr val="F5F5F5"/>
              </a:solidFill>
            </a:endParaRPr>
          </a:p>
        </p:txBody>
      </p:sp>
      <p:sp>
        <p:nvSpPr>
          <p:cNvPr id="5" name="页脚占位符 4"/>
          <p:cNvSpPr txBox="1"/>
          <p:nvPr/>
        </p:nvSpPr>
        <p:spPr>
          <a:xfrm>
            <a:off x="10737722" y="197596"/>
            <a:ext cx="1393795" cy="365617"/>
          </a:xfrm>
          <a:prstGeom prst="rect">
            <a:avLst/>
          </a:prstGeom>
        </p:spPr>
        <p:txBody>
          <a:bodyPr lIns="72522" tIns="36261" rIns="72522" bIns="36261"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54548">
              <a:defRPr/>
            </a:pPr>
            <a:r>
              <a:rPr lang="en-US" altLang="zh-CN" sz="995" dirty="0">
                <a:solidFill>
                  <a:srgbClr val="F5F5F5"/>
                </a:solidFill>
              </a:rPr>
              <a:t>www.guideir.com</a:t>
            </a:r>
            <a:endParaRPr lang="zh-CN" altLang="en-US" sz="995" dirty="0">
              <a:solidFill>
                <a:srgbClr val="F5F5F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08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53576" rtl="0" eaLnBrk="0" fontAlgn="base" hangingPunct="0">
        <a:spcBef>
          <a:spcPct val="0"/>
        </a:spcBef>
        <a:spcAft>
          <a:spcPct val="0"/>
        </a:spcAft>
        <a:defRPr sz="459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53576" rtl="0" eaLnBrk="0" fontAlgn="base" hangingPunct="0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ctr" defTabSz="953576" rtl="0" eaLnBrk="0" fontAlgn="base" hangingPunct="0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ctr" defTabSz="953576" rtl="0" eaLnBrk="0" fontAlgn="base" hangingPunct="0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ctr" defTabSz="953576" rtl="0" eaLnBrk="0" fontAlgn="base" hangingPunct="0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62388" algn="ctr" defTabSz="953576" rtl="0" fontAlgn="base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725262" algn="ctr" defTabSz="953576" rtl="0" fontAlgn="base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087650" algn="ctr" defTabSz="953576" rtl="0" fontAlgn="base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450524" algn="ctr" defTabSz="953576" rtl="0" fontAlgn="base">
        <a:spcBef>
          <a:spcPct val="0"/>
        </a:spcBef>
        <a:spcAft>
          <a:spcPct val="0"/>
        </a:spcAft>
        <a:defRPr sz="459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57530" indent="-357530" algn="l" defTabSz="953576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13" kern="1200">
          <a:solidFill>
            <a:schemeClr val="tx1"/>
          </a:solidFill>
          <a:latin typeface="+mn-lt"/>
          <a:ea typeface="+mn-ea"/>
          <a:cs typeface="+mn-cs"/>
        </a:defRPr>
      </a:lvl1pPr>
      <a:lvl2pPr marL="774811" indent="-297294" algn="l" defTabSz="953576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907" kern="1200">
          <a:solidFill>
            <a:schemeClr val="tx1"/>
          </a:solidFill>
          <a:latin typeface="+mn-lt"/>
          <a:ea typeface="+mn-ea"/>
          <a:cs typeface="+mn-cs"/>
        </a:defRPr>
      </a:lvl2pPr>
      <a:lvl3pPr marL="1192578" indent="-238030" algn="l" defTabSz="953576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48" kern="1200">
          <a:solidFill>
            <a:schemeClr val="tx1"/>
          </a:solidFill>
          <a:latin typeface="+mn-lt"/>
          <a:ea typeface="+mn-ea"/>
          <a:cs typeface="+mn-cs"/>
        </a:defRPr>
      </a:lvl3pPr>
      <a:lvl4pPr marL="1669609" indent="-238030" algn="l" defTabSz="953576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89" kern="1200">
          <a:solidFill>
            <a:schemeClr val="tx1"/>
          </a:solidFill>
          <a:latin typeface="+mn-lt"/>
          <a:ea typeface="+mn-ea"/>
          <a:cs typeface="+mn-cs"/>
        </a:defRPr>
      </a:lvl4pPr>
      <a:lvl5pPr marL="2147126" indent="-238030" algn="l" defTabSz="953576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989" kern="1200">
          <a:solidFill>
            <a:schemeClr val="tx1"/>
          </a:solidFill>
          <a:latin typeface="+mn-lt"/>
          <a:ea typeface="+mn-ea"/>
          <a:cs typeface="+mn-cs"/>
        </a:defRPr>
      </a:lvl5pPr>
      <a:lvl6pPr marL="2624157" indent="-238516" algn="l" defTabSz="9545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6pPr>
      <a:lvl7pPr marL="3101673" indent="-238516" algn="l" defTabSz="9545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7pPr>
      <a:lvl8pPr marL="3578704" indent="-238516" algn="l" defTabSz="9545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8pPr>
      <a:lvl9pPr marL="4056221" indent="-238516" algn="l" defTabSz="9545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1pPr>
      <a:lvl2pPr marL="477031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2pPr>
      <a:lvl3pPr marL="954548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3pPr>
      <a:lvl4pPr marL="1431093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4pPr>
      <a:lvl5pPr marL="1908610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5pPr>
      <a:lvl6pPr marL="2385641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6pPr>
      <a:lvl7pPr marL="2863158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7pPr>
      <a:lvl8pPr marL="3340189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8pPr>
      <a:lvl9pPr marL="3817220" algn="l" defTabSz="954548" rtl="0" eaLnBrk="1" latinLnBrk="0" hangingPunct="1">
        <a:defRPr sz="18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14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87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45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547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875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8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841" y="0"/>
            <a:ext cx="1555464" cy="5676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9A2F5BF-417B-CA81-9411-6210FF91B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03" y="1500594"/>
            <a:ext cx="6346796" cy="20433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5DE4114-81D9-F243-8327-C00CD74C5CEF}"/>
              </a:ext>
            </a:extLst>
          </p:cNvPr>
          <p:cNvSpPr txBox="1"/>
          <p:nvPr/>
        </p:nvSpPr>
        <p:spPr>
          <a:xfrm>
            <a:off x="1073485" y="3931980"/>
            <a:ext cx="1107996" cy="2120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目标距离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大气温度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相对湿度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反射温度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发射率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03300E-80C2-B2D7-381A-3A97CD4B1216}"/>
              </a:ext>
            </a:extLst>
          </p:cNvPr>
          <p:cNvSpPr txBox="1"/>
          <p:nvPr/>
        </p:nvSpPr>
        <p:spPr>
          <a:xfrm>
            <a:off x="2542621" y="3931980"/>
            <a:ext cx="1107996" cy="2120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1.0m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50%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20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0.95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7B76A1-AEBB-7D40-746A-14BA7BC1A691}"/>
              </a:ext>
            </a:extLst>
          </p:cNvPr>
          <p:cNvSpPr txBox="1"/>
          <p:nvPr/>
        </p:nvSpPr>
        <p:spPr>
          <a:xfrm>
            <a:off x="408703" y="805568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FLIR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测温参数推荐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AAC01F3-19BF-9CFE-5DF8-DFBC80293C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159" y="2716686"/>
            <a:ext cx="3966774" cy="296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49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</Words>
  <Application>Microsoft Office PowerPoint</Application>
  <PresentationFormat>宽屏</PresentationFormat>
  <Paragraphs>11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Office 主题​​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文松 王</dc:creator>
  <cp:lastModifiedBy>文松 王</cp:lastModifiedBy>
  <cp:revision>2</cp:revision>
  <dcterms:created xsi:type="dcterms:W3CDTF">2024-02-04T05:51:42Z</dcterms:created>
  <dcterms:modified xsi:type="dcterms:W3CDTF">2024-03-05T05:40:58Z</dcterms:modified>
</cp:coreProperties>
</file>