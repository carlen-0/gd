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325" r:id="rId3"/>
    <p:sldId id="400" r:id="rId4"/>
    <p:sldId id="399" r:id="rId5"/>
    <p:sldId id="374" r:id="rId6"/>
    <p:sldId id="403" r:id="rId7"/>
    <p:sldId id="504" r:id="rId8"/>
    <p:sldId id="402" r:id="rId9"/>
    <p:sldId id="505" r:id="rId10"/>
    <p:sldId id="40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7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BD97A8-AEC1-4D1E-AE01-5A2B6CCEB2DE}" type="datetimeFigureOut">
              <a:rPr lang="zh-CN" altLang="en-US" smtClean="0"/>
              <a:t>2024/5/15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C036-5A2B-4520-BE8D-7AA3767AEAA8}" type="slidenum">
              <a:rPr lang="zh-CN" altLang="en-US" smtClean="0"/>
              <a:t>‹#›</a:t>
            </a:fld>
            <a:endParaRPr lang="zh-CN" altLang="en-US"/>
          </a:p>
        </p:txBody>
      </p:sp>
    </p:spTree>
    <p:extLst>
      <p:ext uri="{BB962C8B-B14F-4D97-AF65-F5344CB8AC3E}">
        <p14:creationId xmlns:p14="http://schemas.microsoft.com/office/powerpoint/2010/main" val="1883396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536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53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latin typeface="等线" panose="02010600030101010101" pitchFamily="2" charset="-122"/>
                <a:ea typeface="等线" panose="02010600030101010101" pitchFamily="2" charset="-122"/>
              </a:rPr>
              <a:t>1</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16468-8CF2-6E80-E845-CE0E2C6986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A0ADBE-2944-8403-BFB4-3E320DC402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A72D45-192D-7413-A606-92576B06466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A51CCA8-3C43-50C2-ABB1-C3E543FB4DC3}"/>
              </a:ext>
            </a:extLst>
          </p:cNvPr>
          <p:cNvSpPr>
            <a:spLocks noGrp="1"/>
          </p:cNvSpPr>
          <p:nvPr>
            <p:ph type="sldNum" sz="quarter" idx="10"/>
          </p:nvPr>
        </p:nvSpPr>
        <p:spPr/>
        <p:txBody>
          <a:bodyPr/>
          <a:lstStyle/>
          <a:p>
            <a:pPr marL="0" marR="0" lvl="0" indent="0" algn="r" defTabSz="1333032" rtl="0" eaLnBrk="1" fontAlgn="auto" latinLnBrk="0" hangingPunct="1">
              <a:lnSpc>
                <a:spcPct val="100000"/>
              </a:lnSpc>
              <a:spcBef>
                <a:spcPts val="0"/>
              </a:spcBef>
              <a:spcAft>
                <a:spcPts val="0"/>
              </a:spcAft>
              <a:buClrTx/>
              <a:buSzTx/>
              <a:buFontTx/>
              <a:buNone/>
              <a:tabLst/>
              <a:defRPr/>
            </a:pPr>
            <a:fld id="{5F4D1B67-0DD0-43F8-AB99-EE6212A455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333032"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73640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07C3C-DD33-53EB-30F2-7EC0A8E16B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A8AB79-6DE1-2FA4-7D91-2A7894006B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0674DC-8568-4D7E-932A-EE9B5B727B5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F6CBAAA-03CC-8FA8-B034-C63AA7149BF7}"/>
              </a:ext>
            </a:extLst>
          </p:cNvPr>
          <p:cNvSpPr>
            <a:spLocks noGrp="1"/>
          </p:cNvSpPr>
          <p:nvPr>
            <p:ph type="sldNum" sz="quarter" idx="10"/>
          </p:nvPr>
        </p:nvSpPr>
        <p:spPr/>
        <p:txBody>
          <a:bodyPr/>
          <a:lstStyle/>
          <a:p>
            <a:pPr marL="0" marR="0" lvl="0" indent="0" algn="r" defTabSz="1333032" rtl="0" eaLnBrk="1" fontAlgn="auto" latinLnBrk="0" hangingPunct="1">
              <a:lnSpc>
                <a:spcPct val="100000"/>
              </a:lnSpc>
              <a:spcBef>
                <a:spcPts val="0"/>
              </a:spcBef>
              <a:spcAft>
                <a:spcPts val="0"/>
              </a:spcAft>
              <a:buClrTx/>
              <a:buSzTx/>
              <a:buFontTx/>
              <a:buNone/>
              <a:tabLst/>
              <a:defRPr/>
            </a:pPr>
            <a:fld id="{5F4D1B67-0DD0-43F8-AB99-EE6212A455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333032"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47053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4D1B67-0DD0-43F8-AB99-EE6212A4557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42280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57AE0-4077-E240-6476-BE7FEC33B7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D4BE2A-A0DF-05EB-A45E-E7606D4C93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2A2B33-9549-B2BB-6254-7093F1F8776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F9A8403-4B1B-B8E2-49B1-B0D9BD1EDEF3}"/>
              </a:ext>
            </a:extLst>
          </p:cNvPr>
          <p:cNvSpPr>
            <a:spLocks noGrp="1"/>
          </p:cNvSpPr>
          <p:nvPr>
            <p:ph type="sldNum" sz="quarter" idx="10"/>
          </p:nvPr>
        </p:nvSpPr>
        <p:spPr/>
        <p:txBody>
          <a:bodyPr/>
          <a:lstStyle/>
          <a:p>
            <a:pPr marL="0" marR="0" lvl="0" indent="0" algn="r" defTabSz="1333032" rtl="0" eaLnBrk="1" fontAlgn="auto" latinLnBrk="0" hangingPunct="1">
              <a:lnSpc>
                <a:spcPct val="100000"/>
              </a:lnSpc>
              <a:spcBef>
                <a:spcPts val="0"/>
              </a:spcBef>
              <a:spcAft>
                <a:spcPts val="0"/>
              </a:spcAft>
              <a:buClrTx/>
              <a:buSzTx/>
              <a:buFontTx/>
              <a:buNone/>
              <a:tabLst/>
              <a:defRPr/>
            </a:pPr>
            <a:fld id="{5F4D1B67-0DD0-43F8-AB99-EE6212A455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333032"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50859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83F5A-C82D-2CE3-67E3-F070B0249E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F7C33D-C3E9-36E1-7B31-EFF4911ACB0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FB1991-579D-A63A-24CC-22EB82C1449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1A0C892-857D-55C3-3389-FC317002AD69}"/>
              </a:ext>
            </a:extLst>
          </p:cNvPr>
          <p:cNvSpPr>
            <a:spLocks noGrp="1"/>
          </p:cNvSpPr>
          <p:nvPr>
            <p:ph type="sldNum" sz="quarter" idx="10"/>
          </p:nvPr>
        </p:nvSpPr>
        <p:spPr/>
        <p:txBody>
          <a:bodyPr/>
          <a:lstStyle/>
          <a:p>
            <a:pPr marL="0" marR="0" lvl="0" indent="0" algn="r" defTabSz="1333032" rtl="0" eaLnBrk="1" fontAlgn="auto" latinLnBrk="0" hangingPunct="1">
              <a:lnSpc>
                <a:spcPct val="100000"/>
              </a:lnSpc>
              <a:spcBef>
                <a:spcPts val="0"/>
              </a:spcBef>
              <a:spcAft>
                <a:spcPts val="0"/>
              </a:spcAft>
              <a:buClrTx/>
              <a:buSzTx/>
              <a:buFontTx/>
              <a:buNone/>
              <a:tabLst/>
              <a:defRPr/>
            </a:pPr>
            <a:fld id="{5F4D1B67-0DD0-43F8-AB99-EE6212A455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333032"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43220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5643-4AF9-FB9D-541B-FF1A88F70E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BA21A6-006B-17EF-B231-DD4CA4F370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4209F8-82B8-92AB-CFFA-60C61E5273E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286C47E-0A08-0845-4E84-B0175CCFEBB6}"/>
              </a:ext>
            </a:extLst>
          </p:cNvPr>
          <p:cNvSpPr>
            <a:spLocks noGrp="1"/>
          </p:cNvSpPr>
          <p:nvPr>
            <p:ph type="sldNum" sz="quarter" idx="10"/>
          </p:nvPr>
        </p:nvSpPr>
        <p:spPr/>
        <p:txBody>
          <a:bodyPr/>
          <a:lstStyle/>
          <a:p>
            <a:pPr marL="0" marR="0" lvl="0" indent="0" algn="r" defTabSz="1333032" rtl="0" eaLnBrk="1" fontAlgn="auto" latinLnBrk="0" hangingPunct="1">
              <a:lnSpc>
                <a:spcPct val="100000"/>
              </a:lnSpc>
              <a:spcBef>
                <a:spcPts val="0"/>
              </a:spcBef>
              <a:spcAft>
                <a:spcPts val="0"/>
              </a:spcAft>
              <a:buClrTx/>
              <a:buSzTx/>
              <a:buFontTx/>
              <a:buNone/>
              <a:tabLst/>
              <a:defRPr/>
            </a:pPr>
            <a:fld id="{5F4D1B67-0DD0-43F8-AB99-EE6212A455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333032"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81019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DBDF3-845D-0C0C-5FB1-295E0B0CDF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A717AD-C618-A039-8E38-8EEC172AD1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436F8C-9454-24A7-C172-D4E9F9B14BB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DF1DE6E-2A2E-2692-9678-A9CD343494B5}"/>
              </a:ext>
            </a:extLst>
          </p:cNvPr>
          <p:cNvSpPr>
            <a:spLocks noGrp="1"/>
          </p:cNvSpPr>
          <p:nvPr>
            <p:ph type="sldNum" sz="quarter" idx="10"/>
          </p:nvPr>
        </p:nvSpPr>
        <p:spPr/>
        <p:txBody>
          <a:bodyPr/>
          <a:lstStyle/>
          <a:p>
            <a:pPr marL="0" marR="0" lvl="0" indent="0" algn="r" defTabSz="1333032" rtl="0" eaLnBrk="1" fontAlgn="auto" latinLnBrk="0" hangingPunct="1">
              <a:lnSpc>
                <a:spcPct val="100000"/>
              </a:lnSpc>
              <a:spcBef>
                <a:spcPts val="0"/>
              </a:spcBef>
              <a:spcAft>
                <a:spcPts val="0"/>
              </a:spcAft>
              <a:buClrTx/>
              <a:buSzTx/>
              <a:buFontTx/>
              <a:buNone/>
              <a:tabLst/>
              <a:defRPr/>
            </a:pPr>
            <a:fld id="{5F4D1B67-0DD0-43F8-AB99-EE6212A4557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333032"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54568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642A1-147C-4922-0B39-D967FA61C7E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074C572-4B6F-9729-CB7F-B09CD3FC0D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F294AB-F1D1-A2B5-CA82-97469AC69521}"/>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F8C8AE37-744E-C6CA-D0CE-42E3EEECE0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D5E711-52B9-1235-5A40-0EA717333E97}"/>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387256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2FBF4E-2E09-2397-A88E-3A52109959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A96B52C-B00E-3182-78C7-D8D3191D48F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8C6B236-1EE9-2680-AA57-5D908CD582A9}"/>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87C26917-EDA2-191C-0A21-4A4E913527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A645A4-4F42-7722-7E4F-B47035B9D38C}"/>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289243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D6E3F5-83BE-4702-4BF9-9F2E49026CE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96999EB-4C0A-D2B3-D0D2-9DBD88178A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E64D71-0C2F-D23B-20D6-30DCB94159D4}"/>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94BB73F8-0CD7-A416-9CBE-79DC76A031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4A471F-A3B3-0802-5FFB-474DFC86A6F4}"/>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287898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3699F-20FA-FA2B-DAF8-A4D693AC5B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E9A538B-78FC-2B67-AD85-6FAB81B0B3E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A064104-7660-EAF0-5BE5-FF7FFB59102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0FF5466-5FE9-94AC-7379-ADA35B180E4C}"/>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AA308447-151D-EB25-65D8-B75421CE67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55FAF3C-F95D-B72F-E51F-0D84C20A1F01}"/>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2830152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C9204-BDC2-94FE-3AAA-2DF511CAB72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AA26740-CBEF-429A-D1B6-472AAAF419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EB095FD-62E8-6D12-1FA0-ACEC81BB082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CAB420E-279A-1809-023E-4745A0A9C8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AA8CF94-74BC-2D19-5C2D-FFA4D31FEDA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9CB7FD1-3B3B-E487-B434-359DF8FEFF3A}"/>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8" name="页脚占位符 7">
            <a:extLst>
              <a:ext uri="{FF2B5EF4-FFF2-40B4-BE49-F238E27FC236}">
                <a16:creationId xmlns:a16="http://schemas.microsoft.com/office/drawing/2014/main" id="{51BBC9A1-4AF3-EC76-B48D-5549164F117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806ABFB-4369-91BB-8BC3-94C7B72C44BE}"/>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877558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472619-7AC2-F38B-5E49-A4A061E50E3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7ACB5F4-FAD1-A0E5-BA8C-704494E581B9}"/>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4" name="页脚占位符 3">
            <a:extLst>
              <a:ext uri="{FF2B5EF4-FFF2-40B4-BE49-F238E27FC236}">
                <a16:creationId xmlns:a16="http://schemas.microsoft.com/office/drawing/2014/main" id="{446F5F94-88F8-CE9F-52FF-C787D79F6F8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3FA133F-22B0-FA54-A927-6D97AFB12377}"/>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2996526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5B96A5E-A465-DEBC-BEF9-FB77B63CA0F1}"/>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3" name="页脚占位符 2">
            <a:extLst>
              <a:ext uri="{FF2B5EF4-FFF2-40B4-BE49-F238E27FC236}">
                <a16:creationId xmlns:a16="http://schemas.microsoft.com/office/drawing/2014/main" id="{B93768DE-B24A-7E52-7FA4-58945CC4F13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54907CD-FD2A-8F60-1AE1-621664994630}"/>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129652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2C945-1755-508D-CBFC-2F4D45966A7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83DE809-63FE-BDF5-F40B-B64248B34E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F0093B7-872F-5AAC-9C05-805EBFB0C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0EA139E-E17B-03B3-BEBA-3BFF2B5283D0}"/>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B4F94DA3-C97F-87B0-106F-17596126C6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6DD0ED-E330-FA99-AE84-E0A2B5186C96}"/>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1764872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D3B76-8D9B-697B-3774-F96AE4DE222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889FF25-13CD-5348-D799-8D3B44E92B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3D340F4-7D44-F629-0661-5E9F9E1AFF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C4209E4-BE49-E4C4-6E25-AFADE96A71D9}"/>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D936AEA7-4493-3714-6E75-7F7300477BD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26A21D0-317A-275E-B076-CF700191A6AA}"/>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83628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A7C64B-32DE-49A3-2BC8-549E838E79C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D72660-2D5C-C364-17F7-2CC784ED467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6ABD2B-695B-0D7F-A093-8DFDF483B13C}"/>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E99A0C3D-B176-B285-95D6-007D5EF86A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8ACE81-545D-B7B9-486E-3AF501CDB803}"/>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44572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7CBD98E-A338-C8B2-21D8-14B7B5A8E1E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B6FF89B-F398-F6BC-8653-5634BB386A3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340E19-6E2B-C62A-C4BF-1CC7341BB262}"/>
              </a:ext>
            </a:extLst>
          </p:cNvPr>
          <p:cNvSpPr>
            <a:spLocks noGrp="1"/>
          </p:cNvSpPr>
          <p:nvPr>
            <p:ph type="dt" sz="half" idx="10"/>
          </p:nvPr>
        </p:nvSpPr>
        <p:spPr/>
        <p:txBody>
          <a:bodyPr/>
          <a:lstStyle/>
          <a:p>
            <a:fld id="{15ADAD89-2CBC-4BB0-A69D-860E4EDEB290}"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58E8203F-6269-7890-0BC6-3661E7A81B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768ABD4-9FE0-088D-165B-0DB745BAAD4F}"/>
              </a:ext>
            </a:extLst>
          </p:cNvPr>
          <p:cNvSpPr>
            <a:spLocks noGrp="1"/>
          </p:cNvSpPr>
          <p:nvPr>
            <p:ph type="sldNum" sz="quarter" idx="12"/>
          </p:nvPr>
        </p:nvSpPr>
        <p:spPr/>
        <p:txBody>
          <a:body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3747272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530" tIns="36265" rIns="72530" bIns="36265" anchor="ctr"/>
          <a:lstStyle/>
          <a:p>
            <a:pPr algn="ctr" defTabSz="954474">
              <a:defRPr/>
            </a:pPr>
            <a:endParaRPr lang="zh-CN" altLang="en-US" sz="1913">
              <a:solidFill>
                <a:srgbClr val="F5F5F5"/>
              </a:solidFill>
            </a:endParaRPr>
          </a:p>
        </p:txBody>
      </p:sp>
      <p:pic>
        <p:nvPicPr>
          <p:cNvPr id="2053" name="图片 6" descr="未标题-1.png"/>
          <p:cNvPicPr>
            <a:picLocks noChangeAspect="1"/>
          </p:cNvPicPr>
          <p:nvPr userDrawn="1"/>
        </p:nvPicPr>
        <p:blipFill>
          <a:blip r:embed="rId2"/>
          <a:srcRect r="1054" b="2344"/>
          <a:stretch>
            <a:fillRect/>
          </a:stretch>
        </p:blipFill>
        <p:spPr>
          <a:xfrm>
            <a:off x="3901816" y="2567382"/>
            <a:ext cx="8290184" cy="4290619"/>
          </a:xfrm>
          <a:prstGeom prst="rect">
            <a:avLst/>
          </a:prstGeom>
          <a:noFill/>
          <a:ln w="9525">
            <a:noFill/>
          </a:ln>
        </p:spPr>
      </p:pic>
      <p:sp>
        <p:nvSpPr>
          <p:cNvPr id="2" name="标题 1"/>
          <p:cNvSpPr>
            <a:spLocks noGrp="1"/>
          </p:cNvSpPr>
          <p:nvPr>
            <p:ph type="ctrTitle"/>
          </p:nvPr>
        </p:nvSpPr>
        <p:spPr>
          <a:xfrm>
            <a:off x="731505" y="1295013"/>
            <a:ext cx="5791257" cy="1470025"/>
          </a:xfrm>
          <a:prstGeom prst="rect">
            <a:avLst/>
          </a:prstGeom>
        </p:spPr>
        <p:txBody>
          <a:bodyPr lIns="94810" tIns="47405" rIns="94810" bIns="47405"/>
          <a:lstStyle>
            <a:lvl1pPr algn="l">
              <a:defRPr>
                <a:solidFill>
                  <a:schemeClr val="tx2"/>
                </a:solidFill>
              </a:defRPr>
            </a:lvl1pPr>
          </a:lstStyle>
          <a:p>
            <a:r>
              <a:rPr lang="zh-CN" altLang="en-US" dirty="0"/>
              <a:t>单击此处编辑母版标题样式</a:t>
            </a:r>
          </a:p>
        </p:txBody>
      </p:sp>
      <p:sp>
        <p:nvSpPr>
          <p:cNvPr id="3" name="副标题 2"/>
          <p:cNvSpPr>
            <a:spLocks noGrp="1"/>
          </p:cNvSpPr>
          <p:nvPr>
            <p:ph type="subTitle" idx="1"/>
          </p:nvPr>
        </p:nvSpPr>
        <p:spPr>
          <a:xfrm>
            <a:off x="731504" y="3050786"/>
            <a:ext cx="5683672" cy="1752600"/>
          </a:xfrm>
          <a:prstGeom prst="rect">
            <a:avLst/>
          </a:prstGeom>
        </p:spPr>
        <p:txBody>
          <a:bodyPr lIns="94810" tIns="47405" rIns="94810" bIns="47405"/>
          <a:lstStyle>
            <a:lvl1pPr marL="0" indent="0" algn="l">
              <a:buNone/>
              <a:defRPr sz="2601">
                <a:solidFill>
                  <a:schemeClr val="tx1">
                    <a:lumMod val="50000"/>
                    <a:lumOff val="50000"/>
                  </a:schemeClr>
                </a:solidFill>
              </a:defRPr>
            </a:lvl1pPr>
            <a:lvl2pPr marL="476985" indent="0" algn="ctr">
              <a:buNone/>
              <a:defRPr>
                <a:solidFill>
                  <a:schemeClr val="tx1">
                    <a:tint val="75000"/>
                  </a:schemeClr>
                </a:solidFill>
              </a:defRPr>
            </a:lvl2pPr>
            <a:lvl3pPr marL="954474" indent="0" algn="ctr">
              <a:buNone/>
              <a:defRPr>
                <a:solidFill>
                  <a:schemeClr val="tx1">
                    <a:tint val="75000"/>
                  </a:schemeClr>
                </a:solidFill>
              </a:defRPr>
            </a:lvl3pPr>
            <a:lvl4pPr marL="1431458" indent="0" algn="ctr">
              <a:buNone/>
              <a:defRPr>
                <a:solidFill>
                  <a:schemeClr val="tx1">
                    <a:tint val="75000"/>
                  </a:schemeClr>
                </a:solidFill>
              </a:defRPr>
            </a:lvl4pPr>
            <a:lvl5pPr marL="1908947" indent="0" algn="ctr">
              <a:buNone/>
              <a:defRPr>
                <a:solidFill>
                  <a:schemeClr val="tx1">
                    <a:tint val="75000"/>
                  </a:schemeClr>
                </a:solidFill>
              </a:defRPr>
            </a:lvl5pPr>
            <a:lvl6pPr marL="2385932" indent="0" algn="ctr">
              <a:buNone/>
              <a:defRPr>
                <a:solidFill>
                  <a:schemeClr val="tx1">
                    <a:tint val="75000"/>
                  </a:schemeClr>
                </a:solidFill>
              </a:defRPr>
            </a:lvl6pPr>
            <a:lvl7pPr marL="2863420" indent="0" algn="ctr">
              <a:buNone/>
              <a:defRPr>
                <a:solidFill>
                  <a:schemeClr val="tx1">
                    <a:tint val="75000"/>
                  </a:schemeClr>
                </a:solidFill>
              </a:defRPr>
            </a:lvl7pPr>
            <a:lvl8pPr marL="3340405" indent="0" algn="ctr">
              <a:buNone/>
              <a:defRPr>
                <a:solidFill>
                  <a:schemeClr val="tx1">
                    <a:tint val="75000"/>
                  </a:schemeClr>
                </a:solidFill>
              </a:defRPr>
            </a:lvl8pPr>
            <a:lvl9pPr marL="3817894" indent="0" algn="ctr">
              <a:buNone/>
              <a:defRPr>
                <a:solidFill>
                  <a:schemeClr val="tx1">
                    <a:tint val="75000"/>
                  </a:schemeClr>
                </a:solidFill>
              </a:defRPr>
            </a:lvl9pPr>
          </a:lstStyle>
          <a:p>
            <a:r>
              <a:rPr lang="zh-CN" altLang="en-US" dirty="0"/>
              <a:t>单击此处编辑母版副标题样式</a:t>
            </a:r>
          </a:p>
        </p:txBody>
      </p:sp>
      <p:sp>
        <p:nvSpPr>
          <p:cNvPr id="8" name="日期占位符 3"/>
          <p:cNvSpPr>
            <a:spLocks noGrp="1"/>
          </p:cNvSpPr>
          <p:nvPr>
            <p:ph type="dt" sz="half" idx="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75F5A221-509F-446F-897B-C1F7F2C559B4}" type="datetimeFigureOut">
              <a:rPr lang="zh-CN" altLang="en-US" smtClean="0">
                <a:solidFill>
                  <a:srgbClr val="000000"/>
                </a:solidFill>
              </a:rPr>
              <a:pPr>
                <a:defRPr/>
              </a:pPr>
              <a:t>2024/5/15</a:t>
            </a:fld>
            <a:endParaRPr lang="zh-CN" altLang="en-US">
              <a:solidFill>
                <a:srgbClr val="000000"/>
              </a:solidFill>
            </a:endParaRPr>
          </a:p>
        </p:txBody>
      </p:sp>
      <p:sp>
        <p:nvSpPr>
          <p:cNvPr id="9" name="页脚占位符 4"/>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10" name="灯片编号占位符 5"/>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254A8B37-6905-40B6-A6EF-4A70ADE43B78}"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2749057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pic>
        <p:nvPicPr>
          <p:cNvPr id="3076" name="图片 5" descr="高德智感logo中英文常规.png"/>
          <p:cNvPicPr>
            <a:picLocks noChangeAspect="1"/>
          </p:cNvPicPr>
          <p:nvPr userDrawn="1"/>
        </p:nvPicPr>
        <p:blipFill>
          <a:blip r:embed="rId2"/>
          <a:stretch>
            <a:fillRect/>
          </a:stretch>
        </p:blipFill>
        <p:spPr>
          <a:xfrm>
            <a:off x="10851970" y="6310921"/>
            <a:ext cx="1036273" cy="383091"/>
          </a:xfrm>
          <a:prstGeom prst="rect">
            <a:avLst/>
          </a:prstGeom>
          <a:noFill/>
          <a:ln w="9525">
            <a:noFill/>
          </a:ln>
        </p:spPr>
      </p:pic>
      <p:sp>
        <p:nvSpPr>
          <p:cNvPr id="2" name="标题 1"/>
          <p:cNvSpPr>
            <a:spLocks noGrp="1"/>
          </p:cNvSpPr>
          <p:nvPr>
            <p:ph type="title"/>
          </p:nvPr>
        </p:nvSpPr>
        <p:spPr>
          <a:xfrm>
            <a:off x="426175" y="1"/>
            <a:ext cx="10364198" cy="563358"/>
          </a:xfrm>
          <a:prstGeom prst="rect">
            <a:avLst/>
          </a:prstGeom>
        </p:spPr>
        <p:txBody>
          <a:bodyPr lIns="94810" tIns="47405" rIns="94810" bIns="47405" anchor="ctr"/>
          <a:lstStyle>
            <a:lvl1pPr algn="l">
              <a:defRPr sz="2219">
                <a:solidFill>
                  <a:schemeClr val="accent6"/>
                </a:solidFill>
              </a:defRPr>
            </a:lvl1pPr>
          </a:lstStyle>
          <a:p>
            <a:r>
              <a:rPr lang="zh-CN" altLang="en-US" dirty="0"/>
              <a:t>单击此处编辑母版标题样式</a:t>
            </a:r>
          </a:p>
        </p:txBody>
      </p:sp>
      <p:sp>
        <p:nvSpPr>
          <p:cNvPr id="3" name="内容占位符 2"/>
          <p:cNvSpPr>
            <a:spLocks noGrp="1"/>
          </p:cNvSpPr>
          <p:nvPr>
            <p:ph idx="1"/>
          </p:nvPr>
        </p:nvSpPr>
        <p:spPr>
          <a:xfrm>
            <a:off x="729827" y="807243"/>
            <a:ext cx="10852573" cy="5318921"/>
          </a:xfrm>
          <a:prstGeom prst="rect">
            <a:avLst/>
          </a:prstGeom>
        </p:spPr>
        <p:txBody>
          <a:bodyPr lIns="94810" tIns="47405" rIns="94810" bIns="47405"/>
          <a:lstStyle>
            <a:lvl1pPr>
              <a:buNone/>
              <a:defRPr sz="3442" b="0">
                <a:solidFill>
                  <a:schemeClr val="tx2"/>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9F9E0172-2FC9-467B-AAC9-3EF841F3BB93}" type="datetimeFigureOut">
              <a:rPr lang="zh-CN" altLang="en-US" smtClean="0">
                <a:solidFill>
                  <a:srgbClr val="000000"/>
                </a:solidFill>
              </a:rPr>
              <a:pPr>
                <a:defRPr/>
              </a:pPr>
              <a:t>2024/5/15</a:t>
            </a:fld>
            <a:endParaRPr lang="zh-CN" altLang="en-US">
              <a:solidFill>
                <a:srgbClr val="000000"/>
              </a:solidFill>
            </a:endParaRPr>
          </a:p>
        </p:txBody>
      </p:sp>
      <p:sp>
        <p:nvSpPr>
          <p:cNvPr id="8" name="页脚占位符 4"/>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9" name="灯片编号占位符 5"/>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8BAEE03A-9450-4832-B576-0897E99CA8E5}"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3468809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530" tIns="36265" rIns="72530" bIns="36265" anchor="ctr"/>
          <a:lstStyle/>
          <a:p>
            <a:pPr algn="ctr" defTabSz="954474">
              <a:defRPr/>
            </a:pPr>
            <a:endParaRPr lang="zh-CN" altLang="en-US" sz="1913">
              <a:solidFill>
                <a:srgbClr val="F5F5F5"/>
              </a:solidFill>
            </a:endParaRPr>
          </a:p>
        </p:txBody>
      </p:sp>
      <p:sp>
        <p:nvSpPr>
          <p:cNvPr id="2" name="标题 1"/>
          <p:cNvSpPr>
            <a:spLocks noGrp="1"/>
          </p:cNvSpPr>
          <p:nvPr>
            <p:ph type="title"/>
          </p:nvPr>
        </p:nvSpPr>
        <p:spPr>
          <a:xfrm>
            <a:off x="963086" y="4406902"/>
            <a:ext cx="10363200" cy="1362075"/>
          </a:xfrm>
          <a:prstGeom prst="rect">
            <a:avLst/>
          </a:prstGeom>
        </p:spPr>
        <p:txBody>
          <a:bodyPr lIns="94810" tIns="47405" rIns="94810" bIns="47405" anchor="t"/>
          <a:lstStyle>
            <a:lvl1pPr algn="l">
              <a:defRPr sz="4131" b="1" cap="all"/>
            </a:lvl1pPr>
          </a:lstStyle>
          <a:p>
            <a:r>
              <a:rPr lang="zh-CN" altLang="en-US"/>
              <a:t>单击此处编辑母版标题样式</a:t>
            </a:r>
          </a:p>
        </p:txBody>
      </p:sp>
      <p:sp>
        <p:nvSpPr>
          <p:cNvPr id="3" name="文本占位符 2"/>
          <p:cNvSpPr>
            <a:spLocks noGrp="1"/>
          </p:cNvSpPr>
          <p:nvPr>
            <p:ph type="body" idx="1"/>
          </p:nvPr>
        </p:nvSpPr>
        <p:spPr>
          <a:xfrm>
            <a:off x="963086" y="2906716"/>
            <a:ext cx="10363200" cy="1500187"/>
          </a:xfrm>
          <a:prstGeom prst="rect">
            <a:avLst/>
          </a:prstGeom>
        </p:spPr>
        <p:txBody>
          <a:bodyPr lIns="94810" tIns="47405" rIns="94810" bIns="47405" anchor="b"/>
          <a:lstStyle>
            <a:lvl1pPr marL="0" indent="0">
              <a:buNone/>
              <a:defRPr sz="2142">
                <a:solidFill>
                  <a:schemeClr val="tx1">
                    <a:tint val="75000"/>
                  </a:schemeClr>
                </a:solidFill>
              </a:defRPr>
            </a:lvl1pPr>
            <a:lvl2pPr marL="476985" indent="0">
              <a:buNone/>
              <a:defRPr sz="1913">
                <a:solidFill>
                  <a:schemeClr val="tx1">
                    <a:tint val="75000"/>
                  </a:schemeClr>
                </a:solidFill>
              </a:defRPr>
            </a:lvl2pPr>
            <a:lvl3pPr marL="954474" indent="0">
              <a:buNone/>
              <a:defRPr sz="1683">
                <a:solidFill>
                  <a:schemeClr val="tx1">
                    <a:tint val="75000"/>
                  </a:schemeClr>
                </a:solidFill>
              </a:defRPr>
            </a:lvl3pPr>
            <a:lvl4pPr marL="1431458" indent="0">
              <a:buNone/>
              <a:defRPr sz="1454">
                <a:solidFill>
                  <a:schemeClr val="tx1">
                    <a:tint val="75000"/>
                  </a:schemeClr>
                </a:solidFill>
              </a:defRPr>
            </a:lvl4pPr>
            <a:lvl5pPr marL="1908947" indent="0">
              <a:buNone/>
              <a:defRPr sz="1454">
                <a:solidFill>
                  <a:schemeClr val="tx1">
                    <a:tint val="75000"/>
                  </a:schemeClr>
                </a:solidFill>
              </a:defRPr>
            </a:lvl5pPr>
            <a:lvl6pPr marL="2385932" indent="0">
              <a:buNone/>
              <a:defRPr sz="1454">
                <a:solidFill>
                  <a:schemeClr val="tx1">
                    <a:tint val="75000"/>
                  </a:schemeClr>
                </a:solidFill>
              </a:defRPr>
            </a:lvl6pPr>
            <a:lvl7pPr marL="2863420" indent="0">
              <a:buNone/>
              <a:defRPr sz="1454">
                <a:solidFill>
                  <a:schemeClr val="tx1">
                    <a:tint val="75000"/>
                  </a:schemeClr>
                </a:solidFill>
              </a:defRPr>
            </a:lvl7pPr>
            <a:lvl8pPr marL="3340405" indent="0">
              <a:buNone/>
              <a:defRPr sz="1454">
                <a:solidFill>
                  <a:schemeClr val="tx1">
                    <a:tint val="75000"/>
                  </a:schemeClr>
                </a:solidFill>
              </a:defRPr>
            </a:lvl8pPr>
            <a:lvl9pPr marL="3817894" indent="0">
              <a:buNone/>
              <a:defRPr sz="1454">
                <a:solidFill>
                  <a:schemeClr val="tx1">
                    <a:tint val="75000"/>
                  </a:schemeClr>
                </a:solidFill>
              </a:defRPr>
            </a:lvl9pPr>
          </a:lstStyle>
          <a:p>
            <a:pPr lvl="0"/>
            <a:r>
              <a:rPr lang="zh-CN" altLang="en-US"/>
              <a:t>单击此处编辑母版文本样式</a:t>
            </a:r>
          </a:p>
        </p:txBody>
      </p:sp>
      <p:sp>
        <p:nvSpPr>
          <p:cNvPr id="7" name="日期占位符 3"/>
          <p:cNvSpPr>
            <a:spLocks noGrp="1"/>
          </p:cNvSpPr>
          <p:nvPr>
            <p:ph type="dt" sz="half" idx="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2AF4B1DA-D3C3-4BED-9C9E-2D28B7032460}" type="datetimeFigureOut">
              <a:rPr lang="zh-CN" altLang="en-US" smtClean="0">
                <a:solidFill>
                  <a:srgbClr val="000000"/>
                </a:solidFill>
              </a:rPr>
              <a:pPr>
                <a:defRPr/>
              </a:pPr>
              <a:t>2024/5/15</a:t>
            </a:fld>
            <a:endParaRPr lang="zh-CN" altLang="en-US">
              <a:solidFill>
                <a:srgbClr val="000000"/>
              </a:solidFill>
            </a:endParaRPr>
          </a:p>
        </p:txBody>
      </p:sp>
      <p:sp>
        <p:nvSpPr>
          <p:cNvPr id="8" name="页脚占位符 4"/>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9" name="灯片编号占位符 5"/>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1D30AB33-C4A8-4007-8B39-F6E7C7C3EFD7}"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11964391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1143000"/>
          </a:xfrm>
          <a:prstGeom prst="rect">
            <a:avLst/>
          </a:prstGeom>
        </p:spPr>
        <p:txBody>
          <a:bodyPr lIns="94810" tIns="47405" rIns="94810" bIns="47405"/>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lIns="94810" tIns="47405" rIns="94810" bIns="47405"/>
          <a:lstStyle>
            <a:lvl1pPr>
              <a:defRPr sz="2907"/>
            </a:lvl1pPr>
            <a:lvl2pPr>
              <a:defRPr sz="2601"/>
            </a:lvl2pPr>
            <a:lvl3pPr>
              <a:defRPr sz="2142"/>
            </a:lvl3pPr>
            <a:lvl4pPr>
              <a:defRPr sz="1913"/>
            </a:lvl4pPr>
            <a:lvl5pPr>
              <a:defRPr sz="1913"/>
            </a:lvl5pPr>
            <a:lvl6pPr>
              <a:defRPr sz="1913"/>
            </a:lvl6pPr>
            <a:lvl7pPr>
              <a:defRPr sz="1913"/>
            </a:lvl7pPr>
            <a:lvl8pPr>
              <a:defRPr sz="1913"/>
            </a:lvl8pPr>
            <a:lvl9pPr>
              <a:defRPr sz="191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1600201"/>
            <a:ext cx="5384800" cy="4525963"/>
          </a:xfrm>
          <a:prstGeom prst="rect">
            <a:avLst/>
          </a:prstGeom>
        </p:spPr>
        <p:txBody>
          <a:bodyPr lIns="94810" tIns="47405" rIns="94810" bIns="47405"/>
          <a:lstStyle>
            <a:lvl1pPr>
              <a:defRPr sz="2907"/>
            </a:lvl1pPr>
            <a:lvl2pPr>
              <a:defRPr sz="2601"/>
            </a:lvl2pPr>
            <a:lvl3pPr>
              <a:defRPr sz="2142"/>
            </a:lvl3pPr>
            <a:lvl4pPr>
              <a:defRPr sz="1913"/>
            </a:lvl4pPr>
            <a:lvl5pPr>
              <a:defRPr sz="1913"/>
            </a:lvl5pPr>
            <a:lvl6pPr>
              <a:defRPr sz="1913"/>
            </a:lvl6pPr>
            <a:lvl7pPr>
              <a:defRPr sz="1913"/>
            </a:lvl7pPr>
            <a:lvl8pPr>
              <a:defRPr sz="1913"/>
            </a:lvl8pPr>
            <a:lvl9pPr>
              <a:defRPr sz="191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4"/>
          <p:cNvSpPr>
            <a:spLocks noGrp="1"/>
          </p:cNvSpPr>
          <p:nvPr>
            <p:ph type="dt" sz="half" idx="1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F89338C4-ED46-4A48-9915-83B30207B62A}" type="datetimeFigureOut">
              <a:rPr lang="zh-CN" altLang="en-US" smtClean="0">
                <a:solidFill>
                  <a:srgbClr val="000000"/>
                </a:solidFill>
              </a:rPr>
              <a:pPr>
                <a:defRPr/>
              </a:pPr>
              <a:t>2024/5/15</a:t>
            </a:fld>
            <a:endParaRPr lang="zh-CN" altLang="en-US">
              <a:solidFill>
                <a:srgbClr val="000000"/>
              </a:solidFill>
            </a:endParaRPr>
          </a:p>
        </p:txBody>
      </p:sp>
      <p:sp>
        <p:nvSpPr>
          <p:cNvPr id="7" name="页脚占位符 5"/>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8" name="灯片编号占位符 6"/>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1BDC65E2-5B8D-4D66-8114-DB1248365299}"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28738009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1143000"/>
          </a:xfrm>
          <a:prstGeom prst="rect">
            <a:avLst/>
          </a:prstGeom>
        </p:spPr>
        <p:txBody>
          <a:bodyPr lIns="94810" tIns="47405" rIns="94810" bIns="47405"/>
          <a:lstStyle>
            <a:lvl1pPr>
              <a:defRPr/>
            </a:lvl1pPr>
          </a:lstStyle>
          <a:p>
            <a:r>
              <a:rPr lang="zh-CN" altLang="en-US"/>
              <a:t>单击此处编辑母版标题样式</a:t>
            </a:r>
          </a:p>
        </p:txBody>
      </p:sp>
      <p:sp>
        <p:nvSpPr>
          <p:cNvPr id="3" name="文本占位符 2"/>
          <p:cNvSpPr>
            <a:spLocks noGrp="1"/>
          </p:cNvSpPr>
          <p:nvPr>
            <p:ph type="body" idx="1"/>
          </p:nvPr>
        </p:nvSpPr>
        <p:spPr>
          <a:xfrm>
            <a:off x="609601" y="1535114"/>
            <a:ext cx="5386918" cy="639762"/>
          </a:xfrm>
          <a:prstGeom prst="rect">
            <a:avLst/>
          </a:prstGeom>
        </p:spPr>
        <p:txBody>
          <a:bodyPr lIns="94810" tIns="47405" rIns="94810" bIns="47405" anchor="b"/>
          <a:lstStyle>
            <a:lvl1pPr marL="0" indent="0">
              <a:buNone/>
              <a:defRPr sz="2601" b="1"/>
            </a:lvl1pPr>
            <a:lvl2pPr marL="476985" indent="0">
              <a:buNone/>
              <a:defRPr sz="2142" b="1"/>
            </a:lvl2pPr>
            <a:lvl3pPr marL="954474" indent="0">
              <a:buNone/>
              <a:defRPr sz="1913" b="1"/>
            </a:lvl3pPr>
            <a:lvl4pPr marL="1431458" indent="0">
              <a:buNone/>
              <a:defRPr sz="1683" b="1"/>
            </a:lvl4pPr>
            <a:lvl5pPr marL="1908947" indent="0">
              <a:buNone/>
              <a:defRPr sz="1683" b="1"/>
            </a:lvl5pPr>
            <a:lvl6pPr marL="2385932" indent="0">
              <a:buNone/>
              <a:defRPr sz="1683" b="1"/>
            </a:lvl6pPr>
            <a:lvl7pPr marL="2863420" indent="0">
              <a:buNone/>
              <a:defRPr sz="1683" b="1"/>
            </a:lvl7pPr>
            <a:lvl8pPr marL="3340405" indent="0">
              <a:buNone/>
              <a:defRPr sz="1683" b="1"/>
            </a:lvl8pPr>
            <a:lvl9pPr marL="3817894" indent="0">
              <a:buNone/>
              <a:defRPr sz="1683" b="1"/>
            </a:lvl9pPr>
          </a:lstStyle>
          <a:p>
            <a:pPr lvl="0"/>
            <a:r>
              <a:rPr lang="zh-CN" altLang="en-US"/>
              <a:t>单击此处编辑母版文本样式</a:t>
            </a:r>
          </a:p>
        </p:txBody>
      </p:sp>
      <p:sp>
        <p:nvSpPr>
          <p:cNvPr id="4" name="内容占位符 3"/>
          <p:cNvSpPr>
            <a:spLocks noGrp="1"/>
          </p:cNvSpPr>
          <p:nvPr>
            <p:ph sz="half" idx="2"/>
          </p:nvPr>
        </p:nvSpPr>
        <p:spPr>
          <a:xfrm>
            <a:off x="609601" y="2174877"/>
            <a:ext cx="5386918" cy="3951288"/>
          </a:xfrm>
          <a:prstGeom prst="rect">
            <a:avLst/>
          </a:prstGeom>
        </p:spPr>
        <p:txBody>
          <a:bodyPr lIns="94810" tIns="47405" rIns="94810" bIns="47405"/>
          <a:lstStyle>
            <a:lvl1pPr>
              <a:defRPr sz="2601"/>
            </a:lvl1pPr>
            <a:lvl2pPr>
              <a:defRPr sz="2142"/>
            </a:lvl2pPr>
            <a:lvl3pPr>
              <a:defRPr sz="1913"/>
            </a:lvl3pPr>
            <a:lvl4pPr>
              <a:defRPr sz="1683"/>
            </a:lvl4pPr>
            <a:lvl5pPr>
              <a:defRPr sz="1683"/>
            </a:lvl5pPr>
            <a:lvl6pPr>
              <a:defRPr sz="1683"/>
            </a:lvl6pPr>
            <a:lvl7pPr>
              <a:defRPr sz="1683"/>
            </a:lvl7pPr>
            <a:lvl8pPr>
              <a:defRPr sz="1683"/>
            </a:lvl8pPr>
            <a:lvl9pPr>
              <a:defRPr sz="168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4"/>
            <a:ext cx="5389033" cy="639762"/>
          </a:xfrm>
          <a:prstGeom prst="rect">
            <a:avLst/>
          </a:prstGeom>
        </p:spPr>
        <p:txBody>
          <a:bodyPr lIns="94810" tIns="47405" rIns="94810" bIns="47405" anchor="b"/>
          <a:lstStyle>
            <a:lvl1pPr marL="0" indent="0">
              <a:buNone/>
              <a:defRPr sz="2601" b="1"/>
            </a:lvl1pPr>
            <a:lvl2pPr marL="476985" indent="0">
              <a:buNone/>
              <a:defRPr sz="2142" b="1"/>
            </a:lvl2pPr>
            <a:lvl3pPr marL="954474" indent="0">
              <a:buNone/>
              <a:defRPr sz="1913" b="1"/>
            </a:lvl3pPr>
            <a:lvl4pPr marL="1431458" indent="0">
              <a:buNone/>
              <a:defRPr sz="1683" b="1"/>
            </a:lvl4pPr>
            <a:lvl5pPr marL="1908947" indent="0">
              <a:buNone/>
              <a:defRPr sz="1683" b="1"/>
            </a:lvl5pPr>
            <a:lvl6pPr marL="2385932" indent="0">
              <a:buNone/>
              <a:defRPr sz="1683" b="1"/>
            </a:lvl6pPr>
            <a:lvl7pPr marL="2863420" indent="0">
              <a:buNone/>
              <a:defRPr sz="1683" b="1"/>
            </a:lvl7pPr>
            <a:lvl8pPr marL="3340405" indent="0">
              <a:buNone/>
              <a:defRPr sz="1683" b="1"/>
            </a:lvl8pPr>
            <a:lvl9pPr marL="3817894" indent="0">
              <a:buNone/>
              <a:defRPr sz="1683" b="1"/>
            </a:lvl9pPr>
          </a:lstStyle>
          <a:p>
            <a:pPr lvl="0"/>
            <a:r>
              <a:rPr lang="zh-CN" altLang="en-US"/>
              <a:t>单击此处编辑母版文本样式</a:t>
            </a:r>
          </a:p>
        </p:txBody>
      </p:sp>
      <p:sp>
        <p:nvSpPr>
          <p:cNvPr id="6" name="内容占位符 5"/>
          <p:cNvSpPr>
            <a:spLocks noGrp="1"/>
          </p:cNvSpPr>
          <p:nvPr>
            <p:ph sz="quarter" idx="4"/>
          </p:nvPr>
        </p:nvSpPr>
        <p:spPr>
          <a:xfrm>
            <a:off x="6193369" y="2174877"/>
            <a:ext cx="5389033" cy="3951288"/>
          </a:xfrm>
          <a:prstGeom prst="rect">
            <a:avLst/>
          </a:prstGeom>
        </p:spPr>
        <p:txBody>
          <a:bodyPr lIns="94810" tIns="47405" rIns="94810" bIns="47405"/>
          <a:lstStyle>
            <a:lvl1pPr>
              <a:defRPr sz="2601"/>
            </a:lvl1pPr>
            <a:lvl2pPr>
              <a:defRPr sz="2142"/>
            </a:lvl2pPr>
            <a:lvl3pPr>
              <a:defRPr sz="1913"/>
            </a:lvl3pPr>
            <a:lvl4pPr>
              <a:defRPr sz="1683"/>
            </a:lvl4pPr>
            <a:lvl5pPr>
              <a:defRPr sz="1683"/>
            </a:lvl5pPr>
            <a:lvl6pPr>
              <a:defRPr sz="1683"/>
            </a:lvl6pPr>
            <a:lvl7pPr>
              <a:defRPr sz="1683"/>
            </a:lvl7pPr>
            <a:lvl8pPr>
              <a:defRPr sz="1683"/>
            </a:lvl8pPr>
            <a:lvl9pPr>
              <a:defRPr sz="168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1D91F2C8-F1D7-41F7-997B-CD0D1C4B3004}" type="datetimeFigureOut">
              <a:rPr lang="zh-CN" altLang="en-US" smtClean="0">
                <a:solidFill>
                  <a:srgbClr val="000000"/>
                </a:solidFill>
              </a:rPr>
              <a:pPr>
                <a:defRPr/>
              </a:pPr>
              <a:t>2024/5/15</a:t>
            </a:fld>
            <a:endParaRPr lang="zh-CN" altLang="en-US">
              <a:solidFill>
                <a:srgbClr val="000000"/>
              </a:solidFill>
            </a:endParaRPr>
          </a:p>
        </p:txBody>
      </p:sp>
      <p:sp>
        <p:nvSpPr>
          <p:cNvPr id="8" name="页脚占位符 7"/>
          <p:cNvSpPr>
            <a:spLocks noGrp="1"/>
          </p:cNvSpPr>
          <p:nvPr>
            <p:ph type="ftr" sz="quarter" idx="1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9" name="灯片编号占位符 8"/>
          <p:cNvSpPr>
            <a:spLocks noGrp="1"/>
          </p:cNvSpPr>
          <p:nvPr>
            <p:ph type="sldNum" sz="quarter" idx="1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BD5F6910-6877-4A92-923C-30618D17E99B}"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13539198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1143000"/>
          </a:xfrm>
          <a:prstGeom prst="rect">
            <a:avLst/>
          </a:prstGeom>
        </p:spPr>
        <p:txBody>
          <a:bodyPr lIns="94810" tIns="47405" rIns="94810" bIns="47405"/>
          <a:lstStyle/>
          <a:p>
            <a:r>
              <a:rPr lang="zh-CN" altLang="en-US"/>
              <a:t>单击此处编辑母版标题样式</a:t>
            </a:r>
          </a:p>
        </p:txBody>
      </p:sp>
      <p:sp>
        <p:nvSpPr>
          <p:cNvPr id="6" name="日期占位符 2"/>
          <p:cNvSpPr>
            <a:spLocks noGrp="1"/>
          </p:cNvSpPr>
          <p:nvPr>
            <p:ph type="dt" sz="half" idx="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8CC33891-62B3-4187-BFA1-A5F816F7EF21}" type="datetimeFigureOut">
              <a:rPr lang="zh-CN" altLang="en-US" smtClean="0">
                <a:solidFill>
                  <a:srgbClr val="000000"/>
                </a:solidFill>
              </a:rPr>
              <a:pPr>
                <a:defRPr/>
              </a:pPr>
              <a:t>2024/5/15</a:t>
            </a:fld>
            <a:endParaRPr lang="zh-CN" altLang="en-US">
              <a:solidFill>
                <a:srgbClr val="000000"/>
              </a:solidFill>
            </a:endParaRPr>
          </a:p>
        </p:txBody>
      </p:sp>
      <p:sp>
        <p:nvSpPr>
          <p:cNvPr id="7" name="页脚占位符 3"/>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8" name="灯片编号占位符 4"/>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3683EB2C-3F65-44FC-86C4-7E77A1EE5B0F}"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37915100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6" name="日期占位符 1"/>
          <p:cNvSpPr>
            <a:spLocks noGrp="1"/>
          </p:cNvSpPr>
          <p:nvPr>
            <p:ph type="dt" sz="half" idx="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571F1162-21D9-4EFC-8FDE-1E9B95AFF4E8}" type="datetimeFigureOut">
              <a:rPr lang="zh-CN" altLang="en-US" smtClean="0">
                <a:solidFill>
                  <a:srgbClr val="000000"/>
                </a:solidFill>
              </a:rPr>
              <a:pPr>
                <a:defRPr/>
              </a:pPr>
              <a:t>2024/5/15</a:t>
            </a:fld>
            <a:endParaRPr lang="zh-CN" altLang="en-US">
              <a:solidFill>
                <a:srgbClr val="000000"/>
              </a:solidFill>
            </a:endParaRPr>
          </a:p>
        </p:txBody>
      </p:sp>
      <p:sp>
        <p:nvSpPr>
          <p:cNvPr id="7" name="页脚占位符 2"/>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8" name="灯片编号占位符 3"/>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1A162430-B74C-4290-91FA-BB86462CB4AF}"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3922706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FFFFFF"/>
        </a:solidFill>
        <a:effectLst/>
      </p:bgPr>
    </p:bg>
    <p:spTree>
      <p:nvGrpSpPr>
        <p:cNvPr id="1" name=""/>
        <p:cNvGrpSpPr/>
        <p:nvPr/>
      </p:nvGrpSpPr>
      <p:grpSpPr>
        <a:xfrm>
          <a:off x="0" y="0"/>
          <a:ext cx="0" cy="0"/>
          <a:chOff x="0" y="0"/>
          <a:chExt cx="0" cy="0"/>
        </a:xfrm>
      </p:grpSpPr>
      <p:sp>
        <p:nvSpPr>
          <p:cNvPr id="6" name="页脚占位符 4"/>
          <p:cNvSpPr txBox="1"/>
          <p:nvPr/>
        </p:nvSpPr>
        <p:spPr>
          <a:xfrm>
            <a:off x="10667833" y="137108"/>
            <a:ext cx="3861494" cy="364273"/>
          </a:xfrm>
          <a:prstGeom prst="rect">
            <a:avLst/>
          </a:prstGeom>
        </p:spPr>
        <p:txBody>
          <a:bodyPr lIns="72530" tIns="36265" rIns="72530" bIns="36265"/>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defTabSz="954474">
              <a:defRPr/>
            </a:pPr>
            <a:r>
              <a:rPr lang="en-US" altLang="zh-CN" sz="995" dirty="0">
                <a:solidFill>
                  <a:srgbClr val="F5F5F5"/>
                </a:solidFill>
              </a:rPr>
              <a:t>www.guideir.cn</a:t>
            </a:r>
            <a:endParaRPr lang="zh-CN" altLang="en-US" sz="995" dirty="0">
              <a:solidFill>
                <a:srgbClr val="F5F5F5"/>
              </a:solidFill>
            </a:endParaRPr>
          </a:p>
        </p:txBody>
      </p:sp>
      <p:sp>
        <p:nvSpPr>
          <p:cNvPr id="2" name="标题 1"/>
          <p:cNvSpPr>
            <a:spLocks noGrp="1"/>
          </p:cNvSpPr>
          <p:nvPr>
            <p:ph type="title"/>
          </p:nvPr>
        </p:nvSpPr>
        <p:spPr>
          <a:xfrm>
            <a:off x="609604" y="273051"/>
            <a:ext cx="4011084" cy="1162050"/>
          </a:xfrm>
          <a:prstGeom prst="rect">
            <a:avLst/>
          </a:prstGeom>
        </p:spPr>
        <p:txBody>
          <a:bodyPr lIns="94810" tIns="47405" rIns="94810" bIns="47405" anchor="b"/>
          <a:lstStyle>
            <a:lvl1pPr algn="l">
              <a:defRPr sz="2142" b="1"/>
            </a:lvl1pPr>
          </a:lstStyle>
          <a:p>
            <a:r>
              <a:rPr lang="zh-CN" altLang="en-US"/>
              <a:t>单击此处编辑母版标题样式</a:t>
            </a:r>
          </a:p>
        </p:txBody>
      </p:sp>
      <p:sp>
        <p:nvSpPr>
          <p:cNvPr id="3" name="内容占位符 2"/>
          <p:cNvSpPr>
            <a:spLocks noGrp="1"/>
          </p:cNvSpPr>
          <p:nvPr>
            <p:ph idx="1"/>
          </p:nvPr>
        </p:nvSpPr>
        <p:spPr>
          <a:xfrm>
            <a:off x="4766735" y="273051"/>
            <a:ext cx="6815667" cy="5853113"/>
          </a:xfrm>
          <a:prstGeom prst="rect">
            <a:avLst/>
          </a:prstGeom>
        </p:spPr>
        <p:txBody>
          <a:bodyPr lIns="94810" tIns="47405" rIns="94810" bIns="47405"/>
          <a:lstStyle>
            <a:lvl1pPr>
              <a:defRPr sz="3366"/>
            </a:lvl1pPr>
            <a:lvl2pPr>
              <a:defRPr sz="2907"/>
            </a:lvl2pPr>
            <a:lvl3pPr>
              <a:defRPr sz="2601"/>
            </a:lvl3pPr>
            <a:lvl4pPr>
              <a:defRPr sz="2142"/>
            </a:lvl4pPr>
            <a:lvl5pPr>
              <a:defRPr sz="2142"/>
            </a:lvl5pPr>
            <a:lvl6pPr>
              <a:defRPr sz="2142"/>
            </a:lvl6pPr>
            <a:lvl7pPr>
              <a:defRPr sz="2142"/>
            </a:lvl7pPr>
            <a:lvl8pPr>
              <a:defRPr sz="2142"/>
            </a:lvl8pPr>
            <a:lvl9pPr>
              <a:defRPr sz="2142"/>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4" y="1435101"/>
            <a:ext cx="4011084" cy="4691064"/>
          </a:xfrm>
          <a:prstGeom prst="rect">
            <a:avLst/>
          </a:prstGeom>
        </p:spPr>
        <p:txBody>
          <a:bodyPr lIns="94810" tIns="47405" rIns="94810" bIns="47405"/>
          <a:lstStyle>
            <a:lvl1pPr marL="0" indent="0">
              <a:buNone/>
              <a:defRPr sz="1454"/>
            </a:lvl1pPr>
            <a:lvl2pPr marL="476985" indent="0">
              <a:buNone/>
              <a:defRPr sz="1224"/>
            </a:lvl2pPr>
            <a:lvl3pPr marL="954474" indent="0">
              <a:buNone/>
              <a:defRPr sz="1148"/>
            </a:lvl3pPr>
            <a:lvl4pPr marL="1431458" indent="0">
              <a:buNone/>
              <a:defRPr sz="995"/>
            </a:lvl4pPr>
            <a:lvl5pPr marL="1908947" indent="0">
              <a:buNone/>
              <a:defRPr sz="995"/>
            </a:lvl5pPr>
            <a:lvl6pPr marL="2385932" indent="0">
              <a:buNone/>
              <a:defRPr sz="995"/>
            </a:lvl6pPr>
            <a:lvl7pPr marL="2863420" indent="0">
              <a:buNone/>
              <a:defRPr sz="995"/>
            </a:lvl7pPr>
            <a:lvl8pPr marL="3340405" indent="0">
              <a:buNone/>
              <a:defRPr sz="995"/>
            </a:lvl8pPr>
            <a:lvl9pPr marL="3817894" indent="0">
              <a:buNone/>
              <a:defRPr sz="995"/>
            </a:lvl9pPr>
          </a:lstStyle>
          <a:p>
            <a:pPr lvl="0"/>
            <a:r>
              <a:rPr lang="zh-CN" altLang="en-US"/>
              <a:t>单击此处编辑母版文本样式</a:t>
            </a:r>
          </a:p>
        </p:txBody>
      </p:sp>
      <p:sp>
        <p:nvSpPr>
          <p:cNvPr id="7" name="日期占位符 4"/>
          <p:cNvSpPr>
            <a:spLocks noGrp="1"/>
          </p:cNvSpPr>
          <p:nvPr>
            <p:ph type="dt" sz="half" idx="1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A900B55C-D334-4B83-9E63-2798C0216A00}" type="datetimeFigureOut">
              <a:rPr lang="zh-CN" altLang="en-US" smtClean="0">
                <a:solidFill>
                  <a:srgbClr val="000000"/>
                </a:solidFill>
              </a:rPr>
              <a:pPr>
                <a:defRPr/>
              </a:pPr>
              <a:t>2024/5/15</a:t>
            </a:fld>
            <a:endParaRPr lang="zh-CN" altLang="en-US">
              <a:solidFill>
                <a:srgbClr val="000000"/>
              </a:solidFill>
            </a:endParaRPr>
          </a:p>
        </p:txBody>
      </p:sp>
      <p:sp>
        <p:nvSpPr>
          <p:cNvPr id="8" name="页脚占位符 5"/>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9" name="灯片编号占位符 6"/>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F9A7A813-10EB-4DAA-B646-487C54A28694}"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29413840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FFFFFF"/>
        </a:solidFill>
        <a:effectLst/>
      </p:bgPr>
    </p:bg>
    <p:spTree>
      <p:nvGrpSpPr>
        <p:cNvPr id="1" name=""/>
        <p:cNvGrpSpPr/>
        <p:nvPr/>
      </p:nvGrpSpPr>
      <p:grpSpPr>
        <a:xfrm>
          <a:off x="0" y="0"/>
          <a:ext cx="0" cy="0"/>
          <a:chOff x="0" y="0"/>
          <a:chExt cx="0" cy="0"/>
        </a:xfrm>
      </p:grpSpPr>
      <p:sp>
        <p:nvSpPr>
          <p:cNvPr id="6" name="页脚占位符 4"/>
          <p:cNvSpPr txBox="1"/>
          <p:nvPr/>
        </p:nvSpPr>
        <p:spPr>
          <a:xfrm>
            <a:off x="10667833" y="137108"/>
            <a:ext cx="3861494" cy="364273"/>
          </a:xfrm>
          <a:prstGeom prst="rect">
            <a:avLst/>
          </a:prstGeom>
        </p:spPr>
        <p:txBody>
          <a:bodyPr lIns="72530" tIns="36265" rIns="72530" bIns="36265"/>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defTabSz="954474">
              <a:defRPr/>
            </a:pPr>
            <a:r>
              <a:rPr lang="en-US" altLang="zh-CN" sz="995" dirty="0">
                <a:solidFill>
                  <a:srgbClr val="F5F5F5"/>
                </a:solidFill>
              </a:rPr>
              <a:t>www.guideir.cn</a:t>
            </a:r>
            <a:endParaRPr lang="zh-CN" altLang="en-US" sz="995" dirty="0">
              <a:solidFill>
                <a:srgbClr val="F5F5F5"/>
              </a:solidFill>
            </a:endParaRPr>
          </a:p>
        </p:txBody>
      </p:sp>
      <p:sp>
        <p:nvSpPr>
          <p:cNvPr id="2" name="标题 1"/>
          <p:cNvSpPr>
            <a:spLocks noGrp="1"/>
          </p:cNvSpPr>
          <p:nvPr>
            <p:ph type="title"/>
          </p:nvPr>
        </p:nvSpPr>
        <p:spPr>
          <a:xfrm>
            <a:off x="2389718" y="4800600"/>
            <a:ext cx="7315200" cy="566738"/>
          </a:xfrm>
          <a:prstGeom prst="rect">
            <a:avLst/>
          </a:prstGeom>
        </p:spPr>
        <p:txBody>
          <a:bodyPr lIns="94810" tIns="47405" rIns="94810" bIns="47405" anchor="b"/>
          <a:lstStyle>
            <a:lvl1pPr algn="l">
              <a:defRPr sz="2142" b="1"/>
            </a:lvl1pPr>
          </a:lstStyle>
          <a:p>
            <a:r>
              <a:rPr lang="zh-CN" altLang="en-US"/>
              <a:t>单击此处编辑母版标题样式</a:t>
            </a:r>
          </a:p>
        </p:txBody>
      </p:sp>
      <p:sp>
        <p:nvSpPr>
          <p:cNvPr id="3" name="图片占位符 2"/>
          <p:cNvSpPr>
            <a:spLocks noGrp="1"/>
          </p:cNvSpPr>
          <p:nvPr>
            <p:ph type="pic" idx="1"/>
          </p:nvPr>
        </p:nvSpPr>
        <p:spPr>
          <a:xfrm>
            <a:off x="2389718" y="612776"/>
            <a:ext cx="7315200" cy="4114800"/>
          </a:xfrm>
          <a:prstGeom prst="rect">
            <a:avLst/>
          </a:prstGeom>
        </p:spPr>
        <p:txBody>
          <a:bodyPr lIns="94810" tIns="47405" rIns="94810" bIns="47405"/>
          <a:lstStyle>
            <a:lvl1pPr marL="0" indent="0">
              <a:buNone/>
              <a:defRPr sz="3366"/>
            </a:lvl1pPr>
            <a:lvl2pPr marL="476985" indent="0">
              <a:buNone/>
              <a:defRPr sz="2907"/>
            </a:lvl2pPr>
            <a:lvl3pPr marL="954474" indent="0">
              <a:buNone/>
              <a:defRPr sz="2601"/>
            </a:lvl3pPr>
            <a:lvl4pPr marL="1431458" indent="0">
              <a:buNone/>
              <a:defRPr sz="2142"/>
            </a:lvl4pPr>
            <a:lvl5pPr marL="1908947" indent="0">
              <a:buNone/>
              <a:defRPr sz="2142"/>
            </a:lvl5pPr>
            <a:lvl6pPr marL="2385932" indent="0">
              <a:buNone/>
              <a:defRPr sz="2142"/>
            </a:lvl6pPr>
            <a:lvl7pPr marL="2863420" indent="0">
              <a:buNone/>
              <a:defRPr sz="2142"/>
            </a:lvl7pPr>
            <a:lvl8pPr marL="3340405" indent="0">
              <a:buNone/>
              <a:defRPr sz="2142"/>
            </a:lvl8pPr>
            <a:lvl9pPr marL="3817894" indent="0">
              <a:buNone/>
              <a:defRPr sz="2142"/>
            </a:lvl9pPr>
          </a:lstStyle>
          <a:p>
            <a:pPr marL="0" marR="0" lvl="0" indent="0" algn="l" defTabSz="953467"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366"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8" y="5367339"/>
            <a:ext cx="7315200" cy="804862"/>
          </a:xfrm>
          <a:prstGeom prst="rect">
            <a:avLst/>
          </a:prstGeom>
        </p:spPr>
        <p:txBody>
          <a:bodyPr lIns="94810" tIns="47405" rIns="94810" bIns="47405"/>
          <a:lstStyle>
            <a:lvl1pPr marL="0" indent="0">
              <a:buNone/>
              <a:defRPr sz="1454"/>
            </a:lvl1pPr>
            <a:lvl2pPr marL="476985" indent="0">
              <a:buNone/>
              <a:defRPr sz="1224"/>
            </a:lvl2pPr>
            <a:lvl3pPr marL="954474" indent="0">
              <a:buNone/>
              <a:defRPr sz="1148"/>
            </a:lvl3pPr>
            <a:lvl4pPr marL="1431458" indent="0">
              <a:buNone/>
              <a:defRPr sz="995"/>
            </a:lvl4pPr>
            <a:lvl5pPr marL="1908947" indent="0">
              <a:buNone/>
              <a:defRPr sz="995"/>
            </a:lvl5pPr>
            <a:lvl6pPr marL="2385932" indent="0">
              <a:buNone/>
              <a:defRPr sz="995"/>
            </a:lvl6pPr>
            <a:lvl7pPr marL="2863420" indent="0">
              <a:buNone/>
              <a:defRPr sz="995"/>
            </a:lvl7pPr>
            <a:lvl8pPr marL="3340405" indent="0">
              <a:buNone/>
              <a:defRPr sz="995"/>
            </a:lvl8pPr>
            <a:lvl9pPr marL="3817894" indent="0">
              <a:buNone/>
              <a:defRPr sz="995"/>
            </a:lvl9pPr>
          </a:lstStyle>
          <a:p>
            <a:pPr lvl="0"/>
            <a:r>
              <a:rPr lang="zh-CN" altLang="en-US"/>
              <a:t>单击此处编辑母版文本样式</a:t>
            </a:r>
          </a:p>
        </p:txBody>
      </p:sp>
      <p:sp>
        <p:nvSpPr>
          <p:cNvPr id="7" name="日期占位符 4"/>
          <p:cNvSpPr>
            <a:spLocks noGrp="1"/>
          </p:cNvSpPr>
          <p:nvPr>
            <p:ph type="dt" sz="half" idx="1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F15D4F6A-C54A-4DEE-981D-D8764C6E0D66}" type="datetimeFigureOut">
              <a:rPr lang="zh-CN" altLang="en-US" smtClean="0">
                <a:solidFill>
                  <a:srgbClr val="000000"/>
                </a:solidFill>
              </a:rPr>
              <a:pPr>
                <a:defRPr/>
              </a:pPr>
              <a:t>2024/5/15</a:t>
            </a:fld>
            <a:endParaRPr lang="zh-CN" altLang="en-US">
              <a:solidFill>
                <a:srgbClr val="000000"/>
              </a:solidFill>
            </a:endParaRPr>
          </a:p>
        </p:txBody>
      </p:sp>
      <p:sp>
        <p:nvSpPr>
          <p:cNvPr id="8" name="页脚占位符 5"/>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9" name="灯片编号占位符 6"/>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0081259E-B11E-49A5-85E7-4FFB0EAEA5E5}"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15728628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rgbClr val="FFFFFF"/>
        </a:solidFill>
        <a:effectLst/>
      </p:bgPr>
    </p:bg>
    <p:spTree>
      <p:nvGrpSpPr>
        <p:cNvPr id="1" name=""/>
        <p:cNvGrpSpPr/>
        <p:nvPr/>
      </p:nvGrpSpPr>
      <p:grpSpPr>
        <a:xfrm>
          <a:off x="0" y="0"/>
          <a:ext cx="0" cy="0"/>
          <a:chOff x="0" y="0"/>
          <a:chExt cx="0" cy="0"/>
        </a:xfrm>
      </p:grpSpPr>
      <p:sp>
        <p:nvSpPr>
          <p:cNvPr id="6" name="页脚占位符 4"/>
          <p:cNvSpPr txBox="1"/>
          <p:nvPr/>
        </p:nvSpPr>
        <p:spPr>
          <a:xfrm>
            <a:off x="10667833" y="137108"/>
            <a:ext cx="3861494" cy="364273"/>
          </a:xfrm>
          <a:prstGeom prst="rect">
            <a:avLst/>
          </a:prstGeom>
        </p:spPr>
        <p:txBody>
          <a:bodyPr lIns="72530" tIns="36265" rIns="72530" bIns="36265"/>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defTabSz="954474">
              <a:defRPr/>
            </a:pPr>
            <a:r>
              <a:rPr lang="en-US" altLang="zh-CN" sz="995" dirty="0">
                <a:solidFill>
                  <a:srgbClr val="F5F5F5"/>
                </a:solidFill>
              </a:rPr>
              <a:t>www.guideir.cn</a:t>
            </a:r>
            <a:endParaRPr lang="zh-CN" altLang="en-US" sz="995" dirty="0">
              <a:solidFill>
                <a:srgbClr val="F5F5F5"/>
              </a:solidFill>
            </a:endParaRPr>
          </a:p>
        </p:txBody>
      </p:sp>
      <p:sp>
        <p:nvSpPr>
          <p:cNvPr id="2" name="标题 1"/>
          <p:cNvSpPr>
            <a:spLocks noGrp="1"/>
          </p:cNvSpPr>
          <p:nvPr>
            <p:ph type="title"/>
          </p:nvPr>
        </p:nvSpPr>
        <p:spPr>
          <a:xfrm>
            <a:off x="609601" y="274638"/>
            <a:ext cx="10972800" cy="1143000"/>
          </a:xfrm>
          <a:prstGeom prst="rect">
            <a:avLst/>
          </a:prstGeom>
        </p:spPr>
        <p:txBody>
          <a:bodyPr lIns="94810" tIns="47405" rIns="94810" bIns="47405"/>
          <a:lstStyle/>
          <a:p>
            <a:r>
              <a:rPr lang="zh-CN" altLang="en-US"/>
              <a:t>单击此处编辑母版标题样式</a:t>
            </a:r>
          </a:p>
        </p:txBody>
      </p:sp>
      <p:sp>
        <p:nvSpPr>
          <p:cNvPr id="3" name="竖排文字占位符 2"/>
          <p:cNvSpPr>
            <a:spLocks noGrp="1"/>
          </p:cNvSpPr>
          <p:nvPr>
            <p:ph type="body" orient="vert" idx="1"/>
          </p:nvPr>
        </p:nvSpPr>
        <p:spPr>
          <a:xfrm>
            <a:off x="609601" y="1600201"/>
            <a:ext cx="10972800" cy="4525963"/>
          </a:xfrm>
          <a:prstGeom prst="rect">
            <a:avLst/>
          </a:prstGeom>
        </p:spPr>
        <p:txBody>
          <a:bodyPr vert="eaVert" lIns="94810" tIns="47405" rIns="94810" bIns="47405"/>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230839C7-799E-4BF3-AC8F-59C44E0B395C}" type="datetimeFigureOut">
              <a:rPr lang="zh-CN" altLang="en-US" smtClean="0">
                <a:solidFill>
                  <a:srgbClr val="000000"/>
                </a:solidFill>
              </a:rPr>
              <a:pPr>
                <a:defRPr/>
              </a:pPr>
              <a:t>2024/5/15</a:t>
            </a:fld>
            <a:endParaRPr lang="zh-CN" altLang="en-US">
              <a:solidFill>
                <a:srgbClr val="000000"/>
              </a:solidFill>
            </a:endParaRPr>
          </a:p>
        </p:txBody>
      </p:sp>
      <p:sp>
        <p:nvSpPr>
          <p:cNvPr id="8" name="页脚占位符 4"/>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9" name="灯片编号占位符 5"/>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59B38A68-8F7E-4155-B2A4-E2A2820EAC51}"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2835911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rgbClr val="FFFFFF"/>
        </a:solidFill>
        <a:effectLst/>
      </p:bgPr>
    </p:bg>
    <p:spTree>
      <p:nvGrpSpPr>
        <p:cNvPr id="1" name=""/>
        <p:cNvGrpSpPr/>
        <p:nvPr/>
      </p:nvGrpSpPr>
      <p:grpSpPr>
        <a:xfrm>
          <a:off x="0" y="0"/>
          <a:ext cx="0" cy="0"/>
          <a:chOff x="0" y="0"/>
          <a:chExt cx="0" cy="0"/>
        </a:xfrm>
      </p:grpSpPr>
      <p:sp>
        <p:nvSpPr>
          <p:cNvPr id="6" name="页脚占位符 4"/>
          <p:cNvSpPr txBox="1"/>
          <p:nvPr/>
        </p:nvSpPr>
        <p:spPr>
          <a:xfrm>
            <a:off x="10667833" y="137108"/>
            <a:ext cx="3861494" cy="364273"/>
          </a:xfrm>
          <a:prstGeom prst="rect">
            <a:avLst/>
          </a:prstGeom>
        </p:spPr>
        <p:txBody>
          <a:bodyPr lIns="72530" tIns="36265" rIns="72530" bIns="36265"/>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defTabSz="954474">
              <a:defRPr/>
            </a:pPr>
            <a:r>
              <a:rPr lang="en-US" altLang="zh-CN" sz="995" dirty="0">
                <a:solidFill>
                  <a:srgbClr val="F5F5F5"/>
                </a:solidFill>
              </a:rPr>
              <a:t>www.guideir.cn</a:t>
            </a:r>
            <a:endParaRPr lang="zh-CN" altLang="en-US" sz="995" dirty="0">
              <a:solidFill>
                <a:srgbClr val="F5F5F5"/>
              </a:solidFill>
            </a:endParaRPr>
          </a:p>
        </p:txBody>
      </p:sp>
      <p:sp>
        <p:nvSpPr>
          <p:cNvPr id="2" name="竖排标题 1"/>
          <p:cNvSpPr>
            <a:spLocks noGrp="1"/>
          </p:cNvSpPr>
          <p:nvPr>
            <p:ph type="title" orient="vert"/>
          </p:nvPr>
        </p:nvSpPr>
        <p:spPr>
          <a:xfrm>
            <a:off x="8839200" y="274639"/>
            <a:ext cx="2743200" cy="5851526"/>
          </a:xfrm>
          <a:prstGeom prst="rect">
            <a:avLst/>
          </a:prstGeom>
        </p:spPr>
        <p:txBody>
          <a:bodyPr vert="eaVert" lIns="94810" tIns="47405" rIns="94810" bIns="47405"/>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6"/>
          </a:xfrm>
          <a:prstGeom prst="rect">
            <a:avLst/>
          </a:prstGeom>
        </p:spPr>
        <p:txBody>
          <a:bodyPr vert="eaVert" lIns="94810" tIns="47405" rIns="94810" bIns="47405"/>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610205" y="6356623"/>
            <a:ext cx="2844038"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fld id="{6C577FA2-9663-40F8-AC05-1673D2A87F01}" type="datetimeFigureOut">
              <a:rPr lang="zh-CN" altLang="en-US" smtClean="0">
                <a:solidFill>
                  <a:srgbClr val="000000"/>
                </a:solidFill>
              </a:rPr>
              <a:pPr>
                <a:defRPr/>
              </a:pPr>
              <a:t>2024/5/15</a:t>
            </a:fld>
            <a:endParaRPr lang="zh-CN" altLang="en-US">
              <a:solidFill>
                <a:srgbClr val="000000"/>
              </a:solidFill>
            </a:endParaRPr>
          </a:p>
        </p:txBody>
      </p:sp>
      <p:sp>
        <p:nvSpPr>
          <p:cNvPr id="8" name="页脚占位符 4"/>
          <p:cNvSpPr>
            <a:spLocks noGrp="1"/>
          </p:cNvSpPr>
          <p:nvPr>
            <p:ph type="ftr" sz="quarter" idx="3"/>
          </p:nvPr>
        </p:nvSpPr>
        <p:spPr>
          <a:xfrm>
            <a:off x="4165255" y="6356623"/>
            <a:ext cx="3861494" cy="364273"/>
          </a:xfrm>
          <a:prstGeom prst="rect">
            <a:avLst/>
          </a:prstGeom>
        </p:spPr>
        <p:txBody>
          <a:bodyPr lIns="94810" tIns="47405" rIns="94810" bIns="47405"/>
          <a:lstStyle>
            <a:lvl1pPr defTabSz="954474" eaLnBrk="1" fontAlgn="auto" hangingPunct="1">
              <a:spcBef>
                <a:spcPts val="0"/>
              </a:spcBef>
              <a:spcAft>
                <a:spcPts val="0"/>
              </a:spcAft>
              <a:defRPr sz="1913">
                <a:latin typeface="+mn-lt"/>
                <a:ea typeface="+mn-ea"/>
              </a:defRPr>
            </a:lvl1pPr>
          </a:lstStyle>
          <a:p>
            <a:pPr>
              <a:defRPr/>
            </a:pPr>
            <a:endParaRPr lang="zh-CN" altLang="en-US">
              <a:solidFill>
                <a:srgbClr val="000000"/>
              </a:solidFill>
            </a:endParaRPr>
          </a:p>
        </p:txBody>
      </p:sp>
      <p:sp>
        <p:nvSpPr>
          <p:cNvPr id="9" name="灯片编号占位符 5"/>
          <p:cNvSpPr>
            <a:spLocks noGrp="1"/>
          </p:cNvSpPr>
          <p:nvPr>
            <p:ph type="sldNum" sz="quarter" idx="4"/>
          </p:nvPr>
        </p:nvSpPr>
        <p:spPr>
          <a:xfrm>
            <a:off x="8737758" y="6356623"/>
            <a:ext cx="2844038" cy="364273"/>
          </a:xfrm>
          <a:prstGeom prst="rect">
            <a:avLst/>
          </a:prstGeom>
        </p:spPr>
        <p:txBody>
          <a:bodyPr vert="horz" wrap="square" lIns="94810" tIns="47405" rIns="94810" bIns="47405" numCol="1" anchor="t" anchorCtr="0" compatLnSpc="1"/>
          <a:lstStyle>
            <a:lvl1pPr eaLnBrk="1" hangingPunct="1">
              <a:defRPr/>
            </a:lvl1pPr>
          </a:lstStyle>
          <a:p>
            <a:pPr defTabSz="953467" fontAlgn="base">
              <a:spcBef>
                <a:spcPct val="0"/>
              </a:spcBef>
              <a:spcAft>
                <a:spcPct val="0"/>
              </a:spcAft>
              <a:defRPr/>
            </a:pPr>
            <a:fld id="{8D1D2ACB-B504-4E1E-A500-1BAA03340C62}" type="slidenum">
              <a:rPr lang="zh-CN" altLang="en-US" sz="1760" smtClean="0">
                <a:solidFill>
                  <a:srgbClr val="000000"/>
                </a:solidFill>
              </a:rPr>
              <a:pPr defTabSz="953467" fontAlgn="base">
                <a:spcBef>
                  <a:spcPct val="0"/>
                </a:spcBef>
                <a:spcAft>
                  <a:spcPct val="0"/>
                </a:spcAft>
                <a:defRPr/>
              </a:pPr>
              <a:t>‹#›</a:t>
            </a:fld>
            <a:endParaRPr lang="zh-CN" altLang="en-US" sz="1760">
              <a:solidFill>
                <a:srgbClr val="000000"/>
              </a:solidFill>
            </a:endParaRPr>
          </a:p>
        </p:txBody>
      </p:sp>
    </p:spTree>
    <p:extLst>
      <p:ext uri="{BB962C8B-B14F-4D97-AF65-F5344CB8AC3E}">
        <p14:creationId xmlns:p14="http://schemas.microsoft.com/office/powerpoint/2010/main" val="1891266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EC62324-C340-862C-C8B8-C2646B941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67D95D0-C1F6-599D-7695-F8C56AB89D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7750B26-E6C1-0445-76BD-3256FE12E9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ADAD89-2CBC-4BB0-A69D-860E4EDEB290}"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74E0B265-0FA2-729D-64BF-584F23DE72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6C659D4-8CD2-DE53-EE66-C564CE8B82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F6B432-A35C-48EB-8817-AD8AB3950883}" type="slidenum">
              <a:rPr lang="zh-CN" altLang="en-US" smtClean="0"/>
              <a:t>‹#›</a:t>
            </a:fld>
            <a:endParaRPr lang="zh-CN" altLang="en-US"/>
          </a:p>
        </p:txBody>
      </p:sp>
    </p:spTree>
    <p:extLst>
      <p:ext uri="{BB962C8B-B14F-4D97-AF65-F5344CB8AC3E}">
        <p14:creationId xmlns:p14="http://schemas.microsoft.com/office/powerpoint/2010/main" val="3948984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矩形 3"/>
          <p:cNvSpPr/>
          <p:nvPr/>
        </p:nvSpPr>
        <p:spPr>
          <a:xfrm>
            <a:off x="0" y="2"/>
            <a:ext cx="12192000" cy="56321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530" tIns="36265" rIns="72530" bIns="36265" anchor="ctr"/>
          <a:lstStyle/>
          <a:p>
            <a:pPr algn="ctr" defTabSz="954474">
              <a:defRPr/>
            </a:pPr>
            <a:endParaRPr lang="zh-CN" altLang="en-US" sz="1913">
              <a:solidFill>
                <a:srgbClr val="F5F5F5"/>
              </a:solidFill>
            </a:endParaRPr>
          </a:p>
        </p:txBody>
      </p:sp>
      <p:sp>
        <p:nvSpPr>
          <p:cNvPr id="5" name="页脚占位符 4"/>
          <p:cNvSpPr txBox="1"/>
          <p:nvPr/>
        </p:nvSpPr>
        <p:spPr>
          <a:xfrm>
            <a:off x="10737722" y="197596"/>
            <a:ext cx="1393795" cy="365617"/>
          </a:xfrm>
          <a:prstGeom prst="rect">
            <a:avLst/>
          </a:prstGeom>
        </p:spPr>
        <p:txBody>
          <a:bodyPr lIns="72530" tIns="36265" rIns="72530" bIns="36265"/>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defTabSz="954474">
              <a:defRPr/>
            </a:pPr>
            <a:r>
              <a:rPr lang="en-US" altLang="zh-CN" sz="995" dirty="0">
                <a:solidFill>
                  <a:srgbClr val="F5F5F5"/>
                </a:solidFill>
              </a:rPr>
              <a:t>www.guideir.com</a:t>
            </a:r>
            <a:endParaRPr lang="zh-CN" altLang="en-US" sz="995" dirty="0">
              <a:solidFill>
                <a:srgbClr val="F5F5F5"/>
              </a:solidFill>
            </a:endParaRPr>
          </a:p>
        </p:txBody>
      </p:sp>
    </p:spTree>
    <p:extLst>
      <p:ext uri="{BB962C8B-B14F-4D97-AF65-F5344CB8AC3E}">
        <p14:creationId xmlns:p14="http://schemas.microsoft.com/office/powerpoint/2010/main" val="18140032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53467" rtl="0" eaLnBrk="0" fontAlgn="base" hangingPunct="0">
        <a:spcBef>
          <a:spcPct val="0"/>
        </a:spcBef>
        <a:spcAft>
          <a:spcPct val="0"/>
        </a:spcAft>
        <a:defRPr sz="4590" kern="1200">
          <a:solidFill>
            <a:schemeClr val="tx1"/>
          </a:solidFill>
          <a:latin typeface="+mj-lt"/>
          <a:ea typeface="+mj-ea"/>
          <a:cs typeface="+mj-cs"/>
        </a:defRPr>
      </a:lvl1pPr>
      <a:lvl2pPr algn="ctr" defTabSz="953467" rtl="0" eaLnBrk="0" fontAlgn="base" hangingPunct="0">
        <a:spcBef>
          <a:spcPct val="0"/>
        </a:spcBef>
        <a:spcAft>
          <a:spcPct val="0"/>
        </a:spcAft>
        <a:defRPr sz="4590">
          <a:solidFill>
            <a:schemeClr val="tx1"/>
          </a:solidFill>
          <a:latin typeface="Arial" panose="020B0604020202020204" pitchFamily="34" charset="0"/>
          <a:ea typeface="微软雅黑" panose="020B0503020204020204" pitchFamily="34" charset="-122"/>
        </a:defRPr>
      </a:lvl2pPr>
      <a:lvl3pPr algn="ctr" defTabSz="953467" rtl="0" eaLnBrk="0" fontAlgn="base" hangingPunct="0">
        <a:spcBef>
          <a:spcPct val="0"/>
        </a:spcBef>
        <a:spcAft>
          <a:spcPct val="0"/>
        </a:spcAft>
        <a:defRPr sz="4590">
          <a:solidFill>
            <a:schemeClr val="tx1"/>
          </a:solidFill>
          <a:latin typeface="Arial" panose="020B0604020202020204" pitchFamily="34" charset="0"/>
          <a:ea typeface="微软雅黑" panose="020B0503020204020204" pitchFamily="34" charset="-122"/>
        </a:defRPr>
      </a:lvl3pPr>
      <a:lvl4pPr algn="ctr" defTabSz="953467" rtl="0" eaLnBrk="0" fontAlgn="base" hangingPunct="0">
        <a:spcBef>
          <a:spcPct val="0"/>
        </a:spcBef>
        <a:spcAft>
          <a:spcPct val="0"/>
        </a:spcAft>
        <a:defRPr sz="4590">
          <a:solidFill>
            <a:schemeClr val="tx1"/>
          </a:solidFill>
          <a:latin typeface="Arial" panose="020B0604020202020204" pitchFamily="34" charset="0"/>
          <a:ea typeface="微软雅黑" panose="020B0503020204020204" pitchFamily="34" charset="-122"/>
        </a:defRPr>
      </a:lvl4pPr>
      <a:lvl5pPr algn="ctr" defTabSz="953467" rtl="0" eaLnBrk="0" fontAlgn="base" hangingPunct="0">
        <a:spcBef>
          <a:spcPct val="0"/>
        </a:spcBef>
        <a:spcAft>
          <a:spcPct val="0"/>
        </a:spcAft>
        <a:defRPr sz="4590">
          <a:solidFill>
            <a:schemeClr val="tx1"/>
          </a:solidFill>
          <a:latin typeface="Arial" panose="020B0604020202020204" pitchFamily="34" charset="0"/>
          <a:ea typeface="微软雅黑" panose="020B0503020204020204" pitchFamily="34" charset="-122"/>
        </a:defRPr>
      </a:lvl5pPr>
      <a:lvl6pPr marL="362650" algn="ctr" defTabSz="953467" rtl="0" fontAlgn="base">
        <a:spcBef>
          <a:spcPct val="0"/>
        </a:spcBef>
        <a:spcAft>
          <a:spcPct val="0"/>
        </a:spcAft>
        <a:defRPr sz="4590">
          <a:solidFill>
            <a:schemeClr val="tx1"/>
          </a:solidFill>
          <a:latin typeface="Arial" panose="020B0604020202020204" pitchFamily="34" charset="0"/>
          <a:ea typeface="微软雅黑" panose="020B0503020204020204" pitchFamily="34" charset="-122"/>
        </a:defRPr>
      </a:lvl6pPr>
      <a:lvl7pPr marL="725299" algn="ctr" defTabSz="953467" rtl="0" fontAlgn="base">
        <a:spcBef>
          <a:spcPct val="0"/>
        </a:spcBef>
        <a:spcAft>
          <a:spcPct val="0"/>
        </a:spcAft>
        <a:defRPr sz="4590">
          <a:solidFill>
            <a:schemeClr val="tx1"/>
          </a:solidFill>
          <a:latin typeface="Arial" panose="020B0604020202020204" pitchFamily="34" charset="0"/>
          <a:ea typeface="微软雅黑" panose="020B0503020204020204" pitchFamily="34" charset="-122"/>
        </a:defRPr>
      </a:lvl7pPr>
      <a:lvl8pPr marL="1087949" algn="ctr" defTabSz="953467" rtl="0" fontAlgn="base">
        <a:spcBef>
          <a:spcPct val="0"/>
        </a:spcBef>
        <a:spcAft>
          <a:spcPct val="0"/>
        </a:spcAft>
        <a:defRPr sz="4590">
          <a:solidFill>
            <a:schemeClr val="tx1"/>
          </a:solidFill>
          <a:latin typeface="Arial" panose="020B0604020202020204" pitchFamily="34" charset="0"/>
          <a:ea typeface="微软雅黑" panose="020B0503020204020204" pitchFamily="34" charset="-122"/>
        </a:defRPr>
      </a:lvl8pPr>
      <a:lvl9pPr marL="1450598" algn="ctr" defTabSz="953467" rtl="0" fontAlgn="base">
        <a:spcBef>
          <a:spcPct val="0"/>
        </a:spcBef>
        <a:spcAft>
          <a:spcPct val="0"/>
        </a:spcAft>
        <a:defRPr sz="4590">
          <a:solidFill>
            <a:schemeClr val="tx1"/>
          </a:solidFill>
          <a:latin typeface="Arial" panose="020B0604020202020204" pitchFamily="34" charset="0"/>
          <a:ea typeface="微软雅黑" panose="020B0503020204020204" pitchFamily="34" charset="-122"/>
        </a:defRPr>
      </a:lvl9pPr>
    </p:titleStyle>
    <p:bodyStyle>
      <a:lvl1pPr marL="357613" indent="-357613" algn="l" defTabSz="953467" rtl="0" eaLnBrk="0" fontAlgn="base" hangingPunct="0">
        <a:spcBef>
          <a:spcPct val="20000"/>
        </a:spcBef>
        <a:spcAft>
          <a:spcPct val="0"/>
        </a:spcAft>
        <a:buFont typeface="Arial" panose="020B0604020202020204" pitchFamily="34" charset="0"/>
        <a:buChar char="•"/>
        <a:defRPr sz="3213" kern="1200">
          <a:solidFill>
            <a:schemeClr val="tx1"/>
          </a:solidFill>
          <a:latin typeface="+mn-lt"/>
          <a:ea typeface="+mn-ea"/>
          <a:cs typeface="+mn-cs"/>
        </a:defRPr>
      </a:lvl1pPr>
      <a:lvl2pPr marL="774660" indent="-297171" algn="l" defTabSz="953467" rtl="0" eaLnBrk="0" fontAlgn="base" hangingPunct="0">
        <a:spcBef>
          <a:spcPct val="20000"/>
        </a:spcBef>
        <a:spcAft>
          <a:spcPct val="0"/>
        </a:spcAft>
        <a:buFont typeface="Arial" panose="020B0604020202020204" pitchFamily="34" charset="0"/>
        <a:buChar char="–"/>
        <a:defRPr sz="2907" kern="1200">
          <a:solidFill>
            <a:schemeClr val="tx1"/>
          </a:solidFill>
          <a:latin typeface="+mn-lt"/>
          <a:ea typeface="+mn-ea"/>
          <a:cs typeface="+mn-cs"/>
        </a:defRPr>
      </a:lvl2pPr>
      <a:lvl3pPr marL="1192714" indent="-238240" algn="l" defTabSz="953467" rtl="0" eaLnBrk="0" fontAlgn="base" hangingPunct="0">
        <a:spcBef>
          <a:spcPct val="20000"/>
        </a:spcBef>
        <a:spcAft>
          <a:spcPct val="0"/>
        </a:spcAft>
        <a:buFont typeface="Arial" panose="020B0604020202020204" pitchFamily="34" charset="0"/>
        <a:buChar char="•"/>
        <a:defRPr sz="2448" kern="1200">
          <a:solidFill>
            <a:schemeClr val="tx1"/>
          </a:solidFill>
          <a:latin typeface="+mn-lt"/>
          <a:ea typeface="+mn-ea"/>
          <a:cs typeface="+mn-cs"/>
        </a:defRPr>
      </a:lvl3pPr>
      <a:lvl4pPr marL="1669699" indent="-238240" algn="l" defTabSz="953467" rtl="0" eaLnBrk="0" fontAlgn="base" hangingPunct="0">
        <a:spcBef>
          <a:spcPct val="20000"/>
        </a:spcBef>
        <a:spcAft>
          <a:spcPct val="0"/>
        </a:spcAft>
        <a:buFont typeface="Arial" panose="020B0604020202020204" pitchFamily="34" charset="0"/>
        <a:buChar char="–"/>
        <a:defRPr sz="1989" kern="1200">
          <a:solidFill>
            <a:schemeClr val="tx1"/>
          </a:solidFill>
          <a:latin typeface="+mn-lt"/>
          <a:ea typeface="+mn-ea"/>
          <a:cs typeface="+mn-cs"/>
        </a:defRPr>
      </a:lvl4pPr>
      <a:lvl5pPr marL="2147187" indent="-238240" algn="l" defTabSz="953467" rtl="0" eaLnBrk="0" fontAlgn="base" hangingPunct="0">
        <a:spcBef>
          <a:spcPct val="20000"/>
        </a:spcBef>
        <a:spcAft>
          <a:spcPct val="0"/>
        </a:spcAft>
        <a:buFont typeface="Arial" panose="020B0604020202020204" pitchFamily="34" charset="0"/>
        <a:buChar char="»"/>
        <a:defRPr sz="1989" kern="1200">
          <a:solidFill>
            <a:schemeClr val="tx1"/>
          </a:solidFill>
          <a:latin typeface="+mn-lt"/>
          <a:ea typeface="+mn-ea"/>
          <a:cs typeface="+mn-cs"/>
        </a:defRPr>
      </a:lvl5pPr>
      <a:lvl6pPr marL="2624676" indent="-238744" algn="l" defTabSz="954474" rtl="0" eaLnBrk="1" latinLnBrk="0" hangingPunct="1">
        <a:spcBef>
          <a:spcPct val="20000"/>
        </a:spcBef>
        <a:buFont typeface="Arial" panose="020B0604020202020204" pitchFamily="34" charset="0"/>
        <a:buChar char="•"/>
        <a:defRPr sz="2142" kern="1200">
          <a:solidFill>
            <a:schemeClr val="tx1"/>
          </a:solidFill>
          <a:latin typeface="+mn-lt"/>
          <a:ea typeface="+mn-ea"/>
          <a:cs typeface="+mn-cs"/>
        </a:defRPr>
      </a:lvl6pPr>
      <a:lvl7pPr marL="3102165" indent="-238744" algn="l" defTabSz="954474" rtl="0" eaLnBrk="1" latinLnBrk="0" hangingPunct="1">
        <a:spcBef>
          <a:spcPct val="20000"/>
        </a:spcBef>
        <a:buFont typeface="Arial" panose="020B0604020202020204" pitchFamily="34" charset="0"/>
        <a:buChar char="•"/>
        <a:defRPr sz="2142" kern="1200">
          <a:solidFill>
            <a:schemeClr val="tx1"/>
          </a:solidFill>
          <a:latin typeface="+mn-lt"/>
          <a:ea typeface="+mn-ea"/>
          <a:cs typeface="+mn-cs"/>
        </a:defRPr>
      </a:lvl7pPr>
      <a:lvl8pPr marL="3579150" indent="-238744" algn="l" defTabSz="954474" rtl="0" eaLnBrk="1" latinLnBrk="0" hangingPunct="1">
        <a:spcBef>
          <a:spcPct val="20000"/>
        </a:spcBef>
        <a:buFont typeface="Arial" panose="020B0604020202020204" pitchFamily="34" charset="0"/>
        <a:buChar char="•"/>
        <a:defRPr sz="2142" kern="1200">
          <a:solidFill>
            <a:schemeClr val="tx1"/>
          </a:solidFill>
          <a:latin typeface="+mn-lt"/>
          <a:ea typeface="+mn-ea"/>
          <a:cs typeface="+mn-cs"/>
        </a:defRPr>
      </a:lvl8pPr>
      <a:lvl9pPr marL="4056638" indent="-238744" algn="l" defTabSz="954474" rtl="0" eaLnBrk="1" latinLnBrk="0" hangingPunct="1">
        <a:spcBef>
          <a:spcPct val="20000"/>
        </a:spcBef>
        <a:buFont typeface="Arial" panose="020B0604020202020204" pitchFamily="34" charset="0"/>
        <a:buChar char="•"/>
        <a:defRPr sz="2142" kern="1200">
          <a:solidFill>
            <a:schemeClr val="tx1"/>
          </a:solidFill>
          <a:latin typeface="+mn-lt"/>
          <a:ea typeface="+mn-ea"/>
          <a:cs typeface="+mn-cs"/>
        </a:defRPr>
      </a:lvl9pPr>
    </p:bodyStyle>
    <p:otherStyle>
      <a:defPPr>
        <a:defRPr lang="zh-CN"/>
      </a:defPPr>
      <a:lvl1pPr marL="0" algn="l" defTabSz="954474" rtl="0" eaLnBrk="1" latinLnBrk="0" hangingPunct="1">
        <a:defRPr sz="1913" kern="1200">
          <a:solidFill>
            <a:schemeClr val="tx1"/>
          </a:solidFill>
          <a:latin typeface="+mn-lt"/>
          <a:ea typeface="+mn-ea"/>
          <a:cs typeface="+mn-cs"/>
        </a:defRPr>
      </a:lvl1pPr>
      <a:lvl2pPr marL="476985" algn="l" defTabSz="954474" rtl="0" eaLnBrk="1" latinLnBrk="0" hangingPunct="1">
        <a:defRPr sz="1913" kern="1200">
          <a:solidFill>
            <a:schemeClr val="tx1"/>
          </a:solidFill>
          <a:latin typeface="+mn-lt"/>
          <a:ea typeface="+mn-ea"/>
          <a:cs typeface="+mn-cs"/>
        </a:defRPr>
      </a:lvl2pPr>
      <a:lvl3pPr marL="954474" algn="l" defTabSz="954474" rtl="0" eaLnBrk="1" latinLnBrk="0" hangingPunct="1">
        <a:defRPr sz="1913" kern="1200">
          <a:solidFill>
            <a:schemeClr val="tx1"/>
          </a:solidFill>
          <a:latin typeface="+mn-lt"/>
          <a:ea typeface="+mn-ea"/>
          <a:cs typeface="+mn-cs"/>
        </a:defRPr>
      </a:lvl3pPr>
      <a:lvl4pPr marL="1431458" algn="l" defTabSz="954474" rtl="0" eaLnBrk="1" latinLnBrk="0" hangingPunct="1">
        <a:defRPr sz="1913" kern="1200">
          <a:solidFill>
            <a:schemeClr val="tx1"/>
          </a:solidFill>
          <a:latin typeface="+mn-lt"/>
          <a:ea typeface="+mn-ea"/>
          <a:cs typeface="+mn-cs"/>
        </a:defRPr>
      </a:lvl4pPr>
      <a:lvl5pPr marL="1908947" algn="l" defTabSz="954474" rtl="0" eaLnBrk="1" latinLnBrk="0" hangingPunct="1">
        <a:defRPr sz="1913" kern="1200">
          <a:solidFill>
            <a:schemeClr val="tx1"/>
          </a:solidFill>
          <a:latin typeface="+mn-lt"/>
          <a:ea typeface="+mn-ea"/>
          <a:cs typeface="+mn-cs"/>
        </a:defRPr>
      </a:lvl5pPr>
      <a:lvl6pPr marL="2385932" algn="l" defTabSz="954474" rtl="0" eaLnBrk="1" latinLnBrk="0" hangingPunct="1">
        <a:defRPr sz="1913" kern="1200">
          <a:solidFill>
            <a:schemeClr val="tx1"/>
          </a:solidFill>
          <a:latin typeface="+mn-lt"/>
          <a:ea typeface="+mn-ea"/>
          <a:cs typeface="+mn-cs"/>
        </a:defRPr>
      </a:lvl6pPr>
      <a:lvl7pPr marL="2863420" algn="l" defTabSz="954474" rtl="0" eaLnBrk="1" latinLnBrk="0" hangingPunct="1">
        <a:defRPr sz="1913" kern="1200">
          <a:solidFill>
            <a:schemeClr val="tx1"/>
          </a:solidFill>
          <a:latin typeface="+mn-lt"/>
          <a:ea typeface="+mn-ea"/>
          <a:cs typeface="+mn-cs"/>
        </a:defRPr>
      </a:lvl7pPr>
      <a:lvl8pPr marL="3340405" algn="l" defTabSz="954474" rtl="0" eaLnBrk="1" latinLnBrk="0" hangingPunct="1">
        <a:defRPr sz="1913" kern="1200">
          <a:solidFill>
            <a:schemeClr val="tx1"/>
          </a:solidFill>
          <a:latin typeface="+mn-lt"/>
          <a:ea typeface="+mn-ea"/>
          <a:cs typeface="+mn-cs"/>
        </a:defRPr>
      </a:lvl8pPr>
      <a:lvl9pPr marL="3817894" algn="l" defTabSz="954474" rtl="0" eaLnBrk="1" latinLnBrk="0" hangingPunct="1">
        <a:defRPr sz="19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tags" Target="../tags/tag5.xml"/><Relationship Id="rId7" Type="http://schemas.openxmlformats.org/officeDocument/2006/relationships/oleObject" Target="../embeddings/oleObject1.bin"/><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3.xml"/><Relationship Id="rId10" Type="http://schemas.openxmlformats.org/officeDocument/2006/relationships/image" Target="../media/image9.png"/><Relationship Id="rId4" Type="http://schemas.openxmlformats.org/officeDocument/2006/relationships/slideLayout" Target="../slideLayouts/slideLayout17.xm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4.xml"/><Relationship Id="rId7" Type="http://schemas.openxmlformats.org/officeDocument/2006/relationships/oleObject" Target="../embeddings/oleObject2.bin"/><Relationship Id="rId2" Type="http://schemas.openxmlformats.org/officeDocument/2006/relationships/slideLayout" Target="../slideLayouts/slideLayout17.xml"/><Relationship Id="rId1" Type="http://schemas.openxmlformats.org/officeDocument/2006/relationships/tags" Target="../tags/tag6.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7.emf"/><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18.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图片 14"/>
          <p:cNvPicPr>
            <a:picLocks noChangeAspect="1"/>
          </p:cNvPicPr>
          <p:nvPr/>
        </p:nvPicPr>
        <p:blipFill>
          <a:blip r:embed="rId5"/>
          <a:stretch>
            <a:fillRect/>
          </a:stretch>
        </p:blipFill>
        <p:spPr>
          <a:xfrm>
            <a:off x="0" y="1"/>
            <a:ext cx="12192000" cy="6858000"/>
          </a:xfrm>
          <a:prstGeom prst="rect">
            <a:avLst/>
          </a:prstGeom>
          <a:noFill/>
          <a:ln w="9525">
            <a:noFill/>
          </a:ln>
        </p:spPr>
      </p:pic>
      <p:pic>
        <p:nvPicPr>
          <p:cNvPr id="5" name="图片 4"/>
          <p:cNvPicPr>
            <a:picLocks noChangeAspect="1"/>
          </p:cNvPicPr>
          <p:nvPr/>
        </p:nvPicPr>
        <p:blipFill>
          <a:blip r:embed="rId6"/>
          <a:stretch>
            <a:fillRect/>
          </a:stretch>
        </p:blipFill>
        <p:spPr>
          <a:xfrm>
            <a:off x="1218707" y="5492927"/>
            <a:ext cx="1822103" cy="670746"/>
          </a:xfrm>
          <a:prstGeom prst="rect">
            <a:avLst/>
          </a:prstGeom>
          <a:noFill/>
          <a:ln w="9525">
            <a:noFill/>
          </a:ln>
        </p:spPr>
      </p:pic>
      <p:sp>
        <p:nvSpPr>
          <p:cNvPr id="13" name="Text Box 15"/>
          <p:cNvSpPr txBox="1">
            <a:spLocks noChangeArrowheads="1"/>
          </p:cNvSpPr>
          <p:nvPr/>
        </p:nvSpPr>
        <p:spPr bwMode="auto">
          <a:xfrm>
            <a:off x="1791556" y="2162263"/>
            <a:ext cx="7490540" cy="62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945" tIns="34972" rIns="69945" bIns="34972">
            <a:spAutoFit/>
          </a:bodyPr>
          <a:lstStyle/>
          <a:p>
            <a:pPr algn="ctr" defTabSz="920544">
              <a:defRPr/>
            </a:pPr>
            <a:r>
              <a:rPr lang="en-US" altLang="zh-CN" sz="3600" b="1" dirty="0">
                <a:solidFill>
                  <a:schemeClr val="bg1"/>
                </a:solidFill>
                <a:latin typeface="+mj-lt"/>
                <a:ea typeface="微软雅黑 Light" panose="020B0502040204020203" pitchFamily="34" charset="-122"/>
              </a:rPr>
              <a:t>ZP52</a:t>
            </a:r>
            <a:r>
              <a:rPr lang="zh-CN" altLang="en-US" sz="3600" b="1" dirty="0">
                <a:solidFill>
                  <a:schemeClr val="bg1"/>
                </a:solidFill>
                <a:latin typeface="+mj-lt"/>
                <a:ea typeface="微软雅黑 Light" panose="020B0502040204020203" pitchFamily="34" charset="-122"/>
              </a:rPr>
              <a:t>项目技术交流会</a:t>
            </a:r>
            <a:r>
              <a:rPr lang="en-US" altLang="zh-CN" sz="3600" b="1" dirty="0">
                <a:solidFill>
                  <a:schemeClr val="bg1"/>
                </a:solidFill>
                <a:latin typeface="+mj-lt"/>
                <a:ea typeface="微软雅黑 Light" panose="020B0502040204020203" pitchFamily="34" charset="-122"/>
              </a:rPr>
              <a:t>——SSE</a:t>
            </a:r>
            <a:r>
              <a:rPr lang="zh-CN" altLang="en-US" sz="3600" b="1" dirty="0">
                <a:solidFill>
                  <a:schemeClr val="bg1"/>
                </a:solidFill>
                <a:latin typeface="+mj-lt"/>
                <a:ea typeface="微软雅黑 Light" panose="020B0502040204020203" pitchFamily="34" charset="-122"/>
              </a:rPr>
              <a:t>模块</a:t>
            </a:r>
          </a:p>
        </p:txBody>
      </p:sp>
      <p:sp>
        <p:nvSpPr>
          <p:cNvPr id="2" name="Text Box 15"/>
          <p:cNvSpPr txBox="1"/>
          <p:nvPr>
            <p:custDataLst>
              <p:tags r:id="rId1"/>
            </p:custDataLst>
          </p:nvPr>
        </p:nvSpPr>
        <p:spPr>
          <a:xfrm>
            <a:off x="1218707" y="4225288"/>
            <a:ext cx="2476666" cy="447333"/>
          </a:xfrm>
          <a:prstGeom prst="rect">
            <a:avLst/>
          </a:prstGeom>
          <a:noFill/>
          <a:ln w="9525">
            <a:noFill/>
          </a:ln>
        </p:spPr>
        <p:txBody>
          <a:bodyPr wrap="square" lIns="69945" tIns="34972" rIns="69945" bIns="34972">
            <a:spAutoFit/>
          </a:bodyPr>
          <a:lstStyle/>
          <a:p>
            <a:pPr eaLnBrk="1" hangingPunct="1"/>
            <a:r>
              <a:rPr lang="zh-CN" altLang="en-US" sz="2448" b="1" dirty="0">
                <a:solidFill>
                  <a:schemeClr val="bg1"/>
                </a:solidFill>
                <a:latin typeface="微软雅黑 Light" panose="020B0502040204020203" pitchFamily="34" charset="-122"/>
                <a:ea typeface="微软雅黑 Light" panose="020B0502040204020203" pitchFamily="34" charset="-122"/>
              </a:rPr>
              <a:t>汇报人：王文松</a:t>
            </a:r>
            <a:endParaRPr lang="en-US" altLang="zh-CN" sz="2448" b="1" dirty="0">
              <a:solidFill>
                <a:schemeClr val="bg1"/>
              </a:solidFill>
              <a:latin typeface="微软雅黑 Light" panose="020B0502040204020203" pitchFamily="34" charset="-122"/>
              <a:ea typeface="微软雅黑 Light" panose="020B0502040204020203" pitchFamily="34" charset="-122"/>
            </a:endParaRPr>
          </a:p>
        </p:txBody>
      </p:sp>
      <p:sp>
        <p:nvSpPr>
          <p:cNvPr id="6" name="Text Box 15"/>
          <p:cNvSpPr txBox="1"/>
          <p:nvPr>
            <p:custDataLst>
              <p:tags r:id="rId2"/>
            </p:custDataLst>
          </p:nvPr>
        </p:nvSpPr>
        <p:spPr>
          <a:xfrm>
            <a:off x="1315354" y="4798599"/>
            <a:ext cx="1954460" cy="541525"/>
          </a:xfrm>
          <a:prstGeom prst="rect">
            <a:avLst/>
          </a:prstGeom>
          <a:noFill/>
          <a:ln w="9525">
            <a:noFill/>
          </a:ln>
        </p:spPr>
        <p:txBody>
          <a:bodyPr wrap="square" lIns="69945" tIns="34972" rIns="69945" bIns="34972">
            <a:spAutoFit/>
          </a:bodyPr>
          <a:lstStyle/>
          <a:p>
            <a:pPr eaLnBrk="1" hangingPunct="1"/>
            <a:r>
              <a:rPr lang="en-US" altLang="zh-CN" sz="3060" b="1" dirty="0">
                <a:solidFill>
                  <a:schemeClr val="bg1"/>
                </a:solidFill>
                <a:latin typeface="Times New Roman" panose="02020603050405020304" pitchFamily="18" charset="0"/>
                <a:ea typeface="微软雅黑 Light" panose="020B0502040204020203" pitchFamily="34" charset="-122"/>
                <a:cs typeface="Times New Roman" panose="02020603050405020304" pitchFamily="18" charset="0"/>
              </a:rPr>
              <a:t>2024.03.21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withEffect">
                                  <p:stCondLst>
                                    <p:cond delay="0"/>
                                  </p:stCondLst>
                                  <p:iterate type="lt">
                                    <p:tmPct val="50000"/>
                                  </p:iterate>
                                  <p:childTnLst>
                                    <p:set>
                                      <p:cBhvr>
                                        <p:cTn id="6" dur="1" fill="hold">
                                          <p:stCondLst>
                                            <p:cond delay="0"/>
                                          </p:stCondLst>
                                        </p:cTn>
                                        <p:tgtEl>
                                          <p:spTgt spid="13"/>
                                        </p:tgtEl>
                                        <p:attrNameLst>
                                          <p:attrName>style.visibility</p:attrName>
                                        </p:attrNameLst>
                                      </p:cBhvr>
                                      <p:to>
                                        <p:strVal val="visible"/>
                                      </p:to>
                                    </p:set>
                                    <p:anim calcmode="discrete" valueType="clr">
                                      <p:cBhvr override="childStyle">
                                        <p:cTn id="7" dur="80"/>
                                        <p:tgtEl>
                                          <p:spTgt spid="13"/>
                                        </p:tgtEl>
                                        <p:attrNameLst>
                                          <p:attrName>style.color</p:attrName>
                                        </p:attrNameLst>
                                      </p:cBhvr>
                                      <p:tavLst>
                                        <p:tav tm="50000">
                                          <p:val>
                                            <p:clrVal>
                                              <a:schemeClr val="hlink"/>
                                            </p:clrVal>
                                          </p:val>
                                        </p:tav>
                                        <p:tav tm="0">
                                          <p:val>
                                            <p:clrVal>
                                              <a:schemeClr val="bg1"/>
                                            </p:clrVal>
                                          </p:val>
                                        </p:tav>
                                      </p:tavLst>
                                    </p:anim>
                                    <p:anim calcmode="discrete" valueType="clr">
                                      <p:cBhvr>
                                        <p:cTn id="8" dur="80"/>
                                        <p:tgtEl>
                                          <p:spTgt spid="13"/>
                                        </p:tgtEl>
                                        <p:attrNameLst>
                                          <p:attrName>fillcolor</p:attrName>
                                        </p:attrNameLst>
                                      </p:cBhvr>
                                      <p:tavLst>
                                        <p:tav tm="0">
                                          <p:val>
                                            <p:clrVal>
                                              <a:schemeClr val="accent2"/>
                                            </p:clrVal>
                                          </p:val>
                                        </p:tav>
                                        <p:tav tm="50000">
                                          <p:val>
                                            <p:clrVal>
                                              <a:schemeClr val="hlink"/>
                                            </p:clrVal>
                                          </p:val>
                                        </p:tav>
                                      </p:tavLst>
                                    </p:anim>
                                    <p:set>
                                      <p:cBhvr>
                                        <p:cTn id="9" dur="80"/>
                                        <p:tgtEl>
                                          <p:spTgt spid="13"/>
                                        </p:tgtEl>
                                        <p:attrNameLst>
                                          <p:attrName>fill.type</p:attrName>
                                        </p:attrNameLst>
                                      </p:cBhvr>
                                      <p:to>
                                        <p:strVal val="solid"/>
                                      </p:to>
                                    </p:set>
                                  </p:childTnLst>
                                </p:cTn>
                              </p:par>
                            </p:childTnLst>
                          </p:cTn>
                        </p:par>
                        <p:par>
                          <p:cTn id="10" fill="hold">
                            <p:stCondLst>
                              <p:cond delay="760"/>
                            </p:stCondLst>
                            <p:childTnLst>
                              <p:par>
                                <p:cTn id="11" presetID="10"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par>
                          <p:cTn id="14" fill="hold">
                            <p:stCondLst>
                              <p:cond delay="1260"/>
                            </p:stCondLst>
                            <p:childTnLst>
                              <p:par>
                                <p:cTn id="15" presetID="27" presetClass="entr" presetSubtype="0" fill="hold" grpId="0" nodeType="afterEffect">
                                  <p:stCondLst>
                                    <p:cond delay="0"/>
                                  </p:stCondLst>
                                  <p:iterate type="lt">
                                    <p:tmPct val="50000"/>
                                  </p:iterate>
                                  <p:childTnLst>
                                    <p:set>
                                      <p:cBhvr>
                                        <p:cTn id="16" dur="1" fill="hold">
                                          <p:stCondLst>
                                            <p:cond delay="0"/>
                                          </p:stCondLst>
                                        </p:cTn>
                                        <p:tgtEl>
                                          <p:spTgt spid="2"/>
                                        </p:tgtEl>
                                        <p:attrNameLst>
                                          <p:attrName>style.visibility</p:attrName>
                                        </p:attrNameLst>
                                      </p:cBhvr>
                                      <p:to>
                                        <p:strVal val="visible"/>
                                      </p:to>
                                    </p:set>
                                    <p:anim calcmode="discrete" valueType="clr">
                                      <p:cBhvr override="childStyle">
                                        <p:cTn id="17" dur="80"/>
                                        <p:tgtEl>
                                          <p:spTgt spid="2"/>
                                        </p:tgtEl>
                                        <p:attrNameLst>
                                          <p:attrName>style.color</p:attrName>
                                        </p:attrNameLst>
                                      </p:cBhvr>
                                      <p:tavLst>
                                        <p:tav tm="50000">
                                          <p:val>
                                            <p:clrVal>
                                              <a:schemeClr val="hlink"/>
                                            </p:clrVal>
                                          </p:val>
                                        </p:tav>
                                        <p:tav tm="0">
                                          <p:val>
                                            <p:clrVal>
                                              <a:schemeClr val="bg1"/>
                                            </p:clrVal>
                                          </p:val>
                                        </p:tav>
                                      </p:tavLst>
                                    </p:anim>
                                    <p:anim calcmode="discrete" valueType="clr">
                                      <p:cBhvr>
                                        <p:cTn id="18" dur="80"/>
                                        <p:tgtEl>
                                          <p:spTgt spid="2"/>
                                        </p:tgtEl>
                                        <p:attrNameLst>
                                          <p:attrName>fillcolor</p:attrName>
                                        </p:attrNameLst>
                                      </p:cBhvr>
                                      <p:tavLst>
                                        <p:tav tm="0">
                                          <p:val>
                                            <p:clrVal>
                                              <a:schemeClr val="accent2"/>
                                            </p:clrVal>
                                          </p:val>
                                        </p:tav>
                                        <p:tav tm="50000">
                                          <p:val>
                                            <p:clrVal>
                                              <a:schemeClr val="hlink"/>
                                            </p:clrVal>
                                          </p:val>
                                        </p:tav>
                                      </p:tavLst>
                                    </p:anim>
                                    <p:set>
                                      <p:cBhvr>
                                        <p:cTn id="19" dur="80"/>
                                        <p:tgtEl>
                                          <p:spTgt spid="2"/>
                                        </p:tgtEl>
                                        <p:attrNameLst>
                                          <p:attrName>fill.type</p:attrName>
                                        </p:attrNameLst>
                                      </p:cBhvr>
                                      <p:to>
                                        <p:strVal val="solid"/>
                                      </p:to>
                                    </p:set>
                                  </p:childTnLst>
                                </p:cTn>
                              </p:par>
                            </p:childTnLst>
                          </p:cTn>
                        </p:par>
                        <p:par>
                          <p:cTn id="20" fill="hold">
                            <p:stCondLst>
                              <p:cond delay="1580"/>
                            </p:stCondLst>
                            <p:childTnLst>
                              <p:par>
                                <p:cTn id="21" presetID="27" presetClass="entr" presetSubtype="0" fill="hold" grpId="0" nodeType="afterEffect">
                                  <p:stCondLst>
                                    <p:cond delay="0"/>
                                  </p:stCondLst>
                                  <p:iterate type="lt">
                                    <p:tmPct val="50000"/>
                                  </p:iterate>
                                  <p:childTnLst>
                                    <p:set>
                                      <p:cBhvr>
                                        <p:cTn id="22" dur="1" fill="hold">
                                          <p:stCondLst>
                                            <p:cond delay="0"/>
                                          </p:stCondLst>
                                        </p:cTn>
                                        <p:tgtEl>
                                          <p:spTgt spid="6"/>
                                        </p:tgtEl>
                                        <p:attrNameLst>
                                          <p:attrName>style.visibility</p:attrName>
                                        </p:attrNameLst>
                                      </p:cBhvr>
                                      <p:to>
                                        <p:strVal val="visible"/>
                                      </p:to>
                                    </p:set>
                                    <p:anim calcmode="discrete" valueType="clr">
                                      <p:cBhvr override="childStyle">
                                        <p:cTn id="23" dur="80"/>
                                        <p:tgtEl>
                                          <p:spTgt spid="6"/>
                                        </p:tgtEl>
                                        <p:attrNameLst>
                                          <p:attrName>style.color</p:attrName>
                                        </p:attrNameLst>
                                      </p:cBhvr>
                                      <p:tavLst>
                                        <p:tav tm="50000">
                                          <p:val>
                                            <p:clrVal>
                                              <a:schemeClr val="hlink"/>
                                            </p:clrVal>
                                          </p:val>
                                        </p:tav>
                                        <p:tav tm="0">
                                          <p:val>
                                            <p:clrVal>
                                              <a:schemeClr val="bg1"/>
                                            </p:clrVal>
                                          </p:val>
                                        </p:tav>
                                      </p:tavLst>
                                    </p:anim>
                                    <p:anim calcmode="discrete" valueType="clr">
                                      <p:cBhvr>
                                        <p:cTn id="24" dur="80"/>
                                        <p:tgtEl>
                                          <p:spTgt spid="6"/>
                                        </p:tgtEl>
                                        <p:attrNameLst>
                                          <p:attrName>fillcolor</p:attrName>
                                        </p:attrNameLst>
                                      </p:cBhvr>
                                      <p:tavLst>
                                        <p:tav tm="0">
                                          <p:val>
                                            <p:clrVal>
                                              <a:schemeClr val="accent2"/>
                                            </p:clrVal>
                                          </p:val>
                                        </p:tav>
                                        <p:tav tm="50000">
                                          <p:val>
                                            <p:clrVal>
                                              <a:schemeClr val="hlink"/>
                                            </p:clrVal>
                                          </p:val>
                                        </p:tav>
                                      </p:tavLst>
                                    </p:anim>
                                    <p:set>
                                      <p:cBhvr>
                                        <p:cTn id="25" dur="80"/>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85C4A-D5DD-E273-F927-5A41DBDA9185}"/>
            </a:ext>
          </a:extLst>
        </p:cNvPr>
        <p:cNvGrpSpPr/>
        <p:nvPr/>
      </p:nvGrpSpPr>
      <p:grpSpPr>
        <a:xfrm>
          <a:off x="0" y="0"/>
          <a:ext cx="0" cy="0"/>
          <a:chOff x="0" y="0"/>
          <a:chExt cx="0" cy="0"/>
        </a:xfrm>
      </p:grpSpPr>
      <p:pic>
        <p:nvPicPr>
          <p:cNvPr id="16388" name="Picture 9">
            <a:extLst>
              <a:ext uri="{FF2B5EF4-FFF2-40B4-BE49-F238E27FC236}">
                <a16:creationId xmlns:a16="http://schemas.microsoft.com/office/drawing/2014/main" id="{DBF5A60D-B43D-7A34-C59B-C8A647D2B7C9}"/>
              </a:ext>
            </a:extLst>
          </p:cNvPr>
          <p:cNvPicPr>
            <a:picLocks noChangeAspect="1"/>
          </p:cNvPicPr>
          <p:nvPr/>
        </p:nvPicPr>
        <p:blipFill>
          <a:blip r:embed="rId3"/>
          <a:stretch>
            <a:fillRect/>
          </a:stretch>
        </p:blipFill>
        <p:spPr>
          <a:xfrm>
            <a:off x="351639" y="76671"/>
            <a:ext cx="1186062" cy="432826"/>
          </a:xfrm>
          <a:prstGeom prst="rect">
            <a:avLst/>
          </a:prstGeom>
          <a:noFill/>
          <a:ln w="9525">
            <a:noFill/>
          </a:ln>
        </p:spPr>
      </p:pic>
      <p:sp>
        <p:nvSpPr>
          <p:cNvPr id="12" name="Rectangle 7">
            <a:extLst>
              <a:ext uri="{FF2B5EF4-FFF2-40B4-BE49-F238E27FC236}">
                <a16:creationId xmlns:a16="http://schemas.microsoft.com/office/drawing/2014/main" id="{13D7FA8C-20F9-B4E3-31E2-CE889439A0DD}"/>
              </a:ext>
            </a:extLst>
          </p:cNvPr>
          <p:cNvSpPr>
            <a:spLocks noChangeArrowheads="1"/>
          </p:cNvSpPr>
          <p:nvPr/>
        </p:nvSpPr>
        <p:spPr bwMode="auto">
          <a:xfrm>
            <a:off x="601220" y="-188372"/>
            <a:ext cx="141335" cy="37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952" tIns="34976" rIns="69952" bIns="34976" numCol="1" anchor="ctr" anchorCtr="0" compatLnSpc="1">
            <a:prstTxWarp prst="textNoShape">
              <a:avLst/>
            </a:prstTxWarp>
            <a:spAutoFit/>
          </a:bodyPr>
          <a:lstStyle/>
          <a:p>
            <a:pPr marL="0" marR="0" lvl="0" indent="0" algn="l" defTabSz="1019769" rtl="0" eaLnBrk="1" fontAlgn="auto" latinLnBrk="0" hangingPunct="1">
              <a:lnSpc>
                <a:spcPct val="100000"/>
              </a:lnSpc>
              <a:spcBef>
                <a:spcPts val="0"/>
              </a:spcBef>
              <a:spcAft>
                <a:spcPts val="0"/>
              </a:spcAft>
              <a:buClrTx/>
              <a:buSzTx/>
              <a:buFontTx/>
              <a:buNone/>
              <a:tabLst/>
              <a:defRPr/>
            </a:pPr>
            <a:endParaRPr kumimoji="0" lang="zh-CN" altLang="en-US" sz="1989" b="0" i="0" u="none" strike="noStrike" kern="1200" cap="none" spc="0" normalizeH="0" baseline="0" noProof="0">
              <a:ln>
                <a:noFill/>
              </a:ln>
              <a:solidFill>
                <a:srgbClr val="000000"/>
              </a:solidFill>
              <a:effectLst/>
              <a:uLnTx/>
              <a:uFillTx/>
              <a:latin typeface="Arial"/>
              <a:ea typeface="微软雅黑"/>
              <a:cs typeface="+mn-cs"/>
            </a:endParaRPr>
          </a:p>
        </p:txBody>
      </p:sp>
      <p:pic>
        <p:nvPicPr>
          <p:cNvPr id="5" name="图片 4">
            <a:extLst>
              <a:ext uri="{FF2B5EF4-FFF2-40B4-BE49-F238E27FC236}">
                <a16:creationId xmlns:a16="http://schemas.microsoft.com/office/drawing/2014/main" id="{CC01611A-1B94-BB2E-8B94-9C6414D675A4}"/>
              </a:ext>
            </a:extLst>
          </p:cNvPr>
          <p:cNvPicPr>
            <a:picLocks noChangeAspect="1"/>
          </p:cNvPicPr>
          <p:nvPr/>
        </p:nvPicPr>
        <p:blipFill rotWithShape="1">
          <a:blip r:embed="rId4">
            <a:extLst>
              <a:ext uri="{28A0092B-C50C-407E-A947-70E740481C1C}">
                <a14:useLocalDpi xmlns:a14="http://schemas.microsoft.com/office/drawing/2010/main" val="0"/>
              </a:ext>
            </a:extLst>
          </a:blip>
          <a:srcRect l="3288" t="1033" r="6952"/>
          <a:stretch/>
        </p:blipFill>
        <p:spPr bwMode="auto">
          <a:xfrm>
            <a:off x="3013732" y="890908"/>
            <a:ext cx="4780510" cy="3949503"/>
          </a:xfrm>
          <a:prstGeom prst="rect">
            <a:avLst/>
          </a:prstGeom>
          <a:noFill/>
          <a:ln>
            <a:noFill/>
          </a:ln>
          <a:extLst>
            <a:ext uri="{53640926-AAD7-44D8-BBD7-CCE9431645EC}">
              <a14:shadowObscured xmlns:a14="http://schemas.microsoft.com/office/drawing/2010/main"/>
            </a:ext>
          </a:extLst>
        </p:spPr>
      </p:pic>
      <p:sp>
        <p:nvSpPr>
          <p:cNvPr id="8" name="文本框 7">
            <a:extLst>
              <a:ext uri="{FF2B5EF4-FFF2-40B4-BE49-F238E27FC236}">
                <a16:creationId xmlns:a16="http://schemas.microsoft.com/office/drawing/2014/main" id="{79E5CB7A-7247-7429-4876-3449E7C61CF0}"/>
              </a:ext>
            </a:extLst>
          </p:cNvPr>
          <p:cNvSpPr txBox="1"/>
          <p:nvPr/>
        </p:nvSpPr>
        <p:spPr>
          <a:xfrm>
            <a:off x="1092896" y="4840411"/>
            <a:ext cx="9366337" cy="87075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当黑体靶面有效像素点个数相同时热成像温度测量值较为接近，可以认为目标物体像素点个数相同时，热成像温度测量值变化规律一致，这与文献</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zh-CN"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结论相符。</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1" name="文本框 10">
            <a:extLst>
              <a:ext uri="{FF2B5EF4-FFF2-40B4-BE49-F238E27FC236}">
                <a16:creationId xmlns:a16="http://schemas.microsoft.com/office/drawing/2014/main" id="{FDDA67A4-683D-0580-90B4-E448EF265E37}"/>
              </a:ext>
            </a:extLst>
          </p:cNvPr>
          <p:cNvSpPr txBox="1"/>
          <p:nvPr/>
        </p:nvSpPr>
        <p:spPr>
          <a:xfrm>
            <a:off x="928492" y="5881782"/>
            <a:ext cx="1033501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 Y. Li, D. Pan, Z. Jiang, H. Yu and W. Gui. Adaptive Compensation Method for the Infrared Temperature Measurement Error Based on 3-D Thermal Imaging. IEEE Sensors Journal, vol. 23, no. 10, pp.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Tree>
    <p:extLst>
      <p:ext uri="{BB962C8B-B14F-4D97-AF65-F5344CB8AC3E}">
        <p14:creationId xmlns:p14="http://schemas.microsoft.com/office/powerpoint/2010/main" val="41700318"/>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B68E3-A3CD-1F2B-E5F2-954AE9ECAECD}"/>
            </a:ext>
          </a:extLst>
        </p:cNvPr>
        <p:cNvGrpSpPr/>
        <p:nvPr/>
      </p:nvGrpSpPr>
      <p:grpSpPr>
        <a:xfrm>
          <a:off x="0" y="0"/>
          <a:ext cx="0" cy="0"/>
          <a:chOff x="0" y="0"/>
          <a:chExt cx="0" cy="0"/>
        </a:xfrm>
      </p:grpSpPr>
      <p:pic>
        <p:nvPicPr>
          <p:cNvPr id="16388" name="Picture 9">
            <a:extLst>
              <a:ext uri="{FF2B5EF4-FFF2-40B4-BE49-F238E27FC236}">
                <a16:creationId xmlns:a16="http://schemas.microsoft.com/office/drawing/2014/main" id="{EB0B3461-40FC-78B4-6EEB-62EF81F9D8EB}"/>
              </a:ext>
            </a:extLst>
          </p:cNvPr>
          <p:cNvPicPr>
            <a:picLocks noChangeAspect="1"/>
          </p:cNvPicPr>
          <p:nvPr/>
        </p:nvPicPr>
        <p:blipFill>
          <a:blip r:embed="rId6"/>
          <a:stretch>
            <a:fillRect/>
          </a:stretch>
        </p:blipFill>
        <p:spPr>
          <a:xfrm>
            <a:off x="351639" y="76671"/>
            <a:ext cx="1186062" cy="432826"/>
          </a:xfrm>
          <a:prstGeom prst="rect">
            <a:avLst/>
          </a:prstGeom>
          <a:noFill/>
          <a:ln w="9525">
            <a:noFill/>
          </a:ln>
        </p:spPr>
      </p:pic>
      <p:sp>
        <p:nvSpPr>
          <p:cNvPr id="12" name="Rectangle 7">
            <a:extLst>
              <a:ext uri="{FF2B5EF4-FFF2-40B4-BE49-F238E27FC236}">
                <a16:creationId xmlns:a16="http://schemas.microsoft.com/office/drawing/2014/main" id="{E5B64926-6971-9C1F-1C06-CDC8E27973EA}"/>
              </a:ext>
            </a:extLst>
          </p:cNvPr>
          <p:cNvSpPr>
            <a:spLocks noChangeArrowheads="1"/>
          </p:cNvSpPr>
          <p:nvPr/>
        </p:nvSpPr>
        <p:spPr bwMode="auto">
          <a:xfrm>
            <a:off x="601220" y="-188372"/>
            <a:ext cx="141335" cy="37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952" tIns="34976" rIns="69952" bIns="34976" numCol="1" anchor="ctr" anchorCtr="0" compatLnSpc="1">
            <a:prstTxWarp prst="textNoShape">
              <a:avLst/>
            </a:prstTxWarp>
            <a:spAutoFit/>
          </a:bodyPr>
          <a:lstStyle/>
          <a:p>
            <a:pPr marL="0" marR="0" lvl="0" indent="0" algn="l" defTabSz="1019769" rtl="0" eaLnBrk="1" fontAlgn="auto" latinLnBrk="0" hangingPunct="1">
              <a:lnSpc>
                <a:spcPct val="100000"/>
              </a:lnSpc>
              <a:spcBef>
                <a:spcPts val="0"/>
              </a:spcBef>
              <a:spcAft>
                <a:spcPts val="0"/>
              </a:spcAft>
              <a:buClrTx/>
              <a:buSzTx/>
              <a:buFontTx/>
              <a:buNone/>
              <a:tabLst/>
              <a:defRPr/>
            </a:pPr>
            <a:endParaRPr kumimoji="0" lang="zh-CN" altLang="en-US" sz="1989" b="0" i="0" u="none" strike="noStrike" kern="1200" cap="none" spc="0" normalizeH="0" baseline="0" noProof="0">
              <a:ln>
                <a:noFill/>
              </a:ln>
              <a:solidFill>
                <a:srgbClr val="000000"/>
              </a:solidFill>
              <a:effectLst/>
              <a:uLnTx/>
              <a:uFillTx/>
              <a:latin typeface="Arial"/>
              <a:ea typeface="微软雅黑"/>
              <a:cs typeface="+mn-cs"/>
            </a:endParaRPr>
          </a:p>
        </p:txBody>
      </p:sp>
      <p:graphicFrame>
        <p:nvGraphicFramePr>
          <p:cNvPr id="3" name="对象 -2147482624">
            <a:extLst>
              <a:ext uri="{FF2B5EF4-FFF2-40B4-BE49-F238E27FC236}">
                <a16:creationId xmlns:a16="http://schemas.microsoft.com/office/drawing/2014/main" id="{85E7D9B7-4AB3-10A6-6795-4FEBDF86DAA4}"/>
              </a:ext>
            </a:extLst>
          </p:cNvPr>
          <p:cNvGraphicFramePr>
            <a:graphicFrameLocks noChangeAspect="1"/>
          </p:cNvGraphicFramePr>
          <p:nvPr>
            <p:custDataLst>
              <p:tags r:id="rId1"/>
            </p:custDataLst>
          </p:nvPr>
        </p:nvGraphicFramePr>
        <p:xfrm>
          <a:off x="601220" y="5064095"/>
          <a:ext cx="3007360" cy="812800"/>
        </p:xfrm>
        <a:graphic>
          <a:graphicData uri="http://schemas.openxmlformats.org/presentationml/2006/ole">
            <mc:AlternateContent xmlns:mc="http://schemas.openxmlformats.org/markup-compatibility/2006">
              <mc:Choice xmlns:v="urn:schemas-microsoft-com:vml" Requires="v">
                <p:oleObj name="Equation" r:id="rId7" imgW="1879560" imgH="507960" progId="Equation.DSMT4">
                  <p:embed/>
                </p:oleObj>
              </mc:Choice>
              <mc:Fallback>
                <p:oleObj name="Equation" r:id="rId7" imgW="1879560" imgH="507960" progId="Equation.DSMT4">
                  <p:embed/>
                  <p:pic>
                    <p:nvPicPr>
                      <p:cNvPr id="3" name="对象 -2147482624">
                        <a:extLst>
                          <a:ext uri="{FF2B5EF4-FFF2-40B4-BE49-F238E27FC236}">
                            <a16:creationId xmlns:a16="http://schemas.microsoft.com/office/drawing/2014/main" id="{85E7D9B7-4AB3-10A6-6795-4FEBDF86DAA4}"/>
                          </a:ext>
                        </a:extLst>
                      </p:cNvPr>
                      <p:cNvPicPr/>
                      <p:nvPr/>
                    </p:nvPicPr>
                    <p:blipFill>
                      <a:blip r:embed="rId8"/>
                      <a:stretch>
                        <a:fillRect/>
                      </a:stretch>
                    </p:blipFill>
                    <p:spPr>
                      <a:xfrm>
                        <a:off x="601220" y="5064095"/>
                        <a:ext cx="3007360" cy="812800"/>
                      </a:xfrm>
                      <a:prstGeom prst="rect">
                        <a:avLst/>
                      </a:prstGeom>
                      <a:noFill/>
                      <a:ln w="38100">
                        <a:noFill/>
                        <a:miter/>
                      </a:ln>
                    </p:spPr>
                  </p:pic>
                </p:oleObj>
              </mc:Fallback>
            </mc:AlternateContent>
          </a:graphicData>
        </a:graphic>
      </p:graphicFrame>
      <p:grpSp>
        <p:nvGrpSpPr>
          <p:cNvPr id="4" name="组合 3">
            <a:extLst>
              <a:ext uri="{FF2B5EF4-FFF2-40B4-BE49-F238E27FC236}">
                <a16:creationId xmlns:a16="http://schemas.microsoft.com/office/drawing/2014/main" id="{EBB72105-3F01-8254-124E-25872EB21D90}"/>
              </a:ext>
            </a:extLst>
          </p:cNvPr>
          <p:cNvGrpSpPr/>
          <p:nvPr/>
        </p:nvGrpSpPr>
        <p:grpSpPr>
          <a:xfrm>
            <a:off x="417077" y="2126846"/>
            <a:ext cx="5088890" cy="2407285"/>
            <a:chOff x="2728" y="3504"/>
            <a:chExt cx="8014" cy="3791"/>
          </a:xfrm>
        </p:grpSpPr>
        <p:grpSp>
          <p:nvGrpSpPr>
            <p:cNvPr id="5" name="组合 4">
              <a:extLst>
                <a:ext uri="{FF2B5EF4-FFF2-40B4-BE49-F238E27FC236}">
                  <a16:creationId xmlns:a16="http://schemas.microsoft.com/office/drawing/2014/main" id="{8A49F567-8292-0BDD-E681-DFECC3C540A7}"/>
                </a:ext>
              </a:extLst>
            </p:cNvPr>
            <p:cNvGrpSpPr/>
            <p:nvPr/>
          </p:nvGrpSpPr>
          <p:grpSpPr>
            <a:xfrm>
              <a:off x="2818" y="3504"/>
              <a:ext cx="7924" cy="3791"/>
              <a:chOff x="1842" y="3528"/>
              <a:chExt cx="9468" cy="4535"/>
            </a:xfrm>
          </p:grpSpPr>
          <p:pic>
            <p:nvPicPr>
              <p:cNvPr id="24" name="Picture 350">
                <a:extLst>
                  <a:ext uri="{FF2B5EF4-FFF2-40B4-BE49-F238E27FC236}">
                    <a16:creationId xmlns:a16="http://schemas.microsoft.com/office/drawing/2014/main" id="{CD067324-A41F-A0A1-0ECB-2D5F23E42BEE}"/>
                  </a:ext>
                </a:extLst>
              </p:cNvPr>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1842" y="3528"/>
                <a:ext cx="9468" cy="45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7" name="直接连接符 26">
                <a:extLst>
                  <a:ext uri="{FF2B5EF4-FFF2-40B4-BE49-F238E27FC236}">
                    <a16:creationId xmlns:a16="http://schemas.microsoft.com/office/drawing/2014/main" id="{35F60578-EFC7-A2D5-6E15-095CB200376F}"/>
                  </a:ext>
                </a:extLst>
              </p:cNvPr>
              <p:cNvCxnSpPr/>
              <p:nvPr/>
            </p:nvCxnSpPr>
            <p:spPr>
              <a:xfrm>
                <a:off x="2060" y="4830"/>
                <a:ext cx="20" cy="188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grpSp>
        <p:sp>
          <p:nvSpPr>
            <p:cNvPr id="6" name="文本框 5">
              <a:extLst>
                <a:ext uri="{FF2B5EF4-FFF2-40B4-BE49-F238E27FC236}">
                  <a16:creationId xmlns:a16="http://schemas.microsoft.com/office/drawing/2014/main" id="{E6B86611-53C0-B6C0-8DC9-4CEA1C5B1A17}"/>
                </a:ext>
              </a:extLst>
            </p:cNvPr>
            <p:cNvSpPr txBox="1"/>
            <p:nvPr/>
          </p:nvSpPr>
          <p:spPr>
            <a:xfrm>
              <a:off x="2728" y="3942"/>
              <a:ext cx="1386" cy="5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5F5F5"/>
                  </a:solidFill>
                  <a:effectLst/>
                  <a:uLnTx/>
                  <a:uFillTx/>
                  <a:latin typeface="Arial"/>
                  <a:ea typeface="微软雅黑"/>
                  <a:cs typeface="+mn-cs"/>
                </a:rPr>
                <a:t>RoiDis</a:t>
              </a:r>
            </a:p>
          </p:txBody>
        </p:sp>
        <p:sp>
          <p:nvSpPr>
            <p:cNvPr id="7" name="矩形 6">
              <a:extLst>
                <a:ext uri="{FF2B5EF4-FFF2-40B4-BE49-F238E27FC236}">
                  <a16:creationId xmlns:a16="http://schemas.microsoft.com/office/drawing/2014/main" id="{52574302-DCA6-488F-3687-AE0812174E1C}"/>
                </a:ext>
              </a:extLst>
            </p:cNvPr>
            <p:cNvSpPr/>
            <p:nvPr/>
          </p:nvSpPr>
          <p:spPr>
            <a:xfrm>
              <a:off x="4315" y="6750"/>
              <a:ext cx="1260" cy="500"/>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5F5F5"/>
                </a:solidFill>
                <a:effectLst/>
                <a:uLnTx/>
                <a:uFillTx/>
                <a:latin typeface="Arial"/>
                <a:ea typeface="微软雅黑"/>
                <a:cs typeface="+mn-cs"/>
              </a:endParaRPr>
            </a:p>
          </p:txBody>
        </p:sp>
        <p:sp>
          <p:nvSpPr>
            <p:cNvPr id="8" name="文本框 7">
              <a:extLst>
                <a:ext uri="{FF2B5EF4-FFF2-40B4-BE49-F238E27FC236}">
                  <a16:creationId xmlns:a16="http://schemas.microsoft.com/office/drawing/2014/main" id="{8AED221B-9F55-5E0A-CDED-0E41AFD57654}"/>
                </a:ext>
              </a:extLst>
            </p:cNvPr>
            <p:cNvSpPr txBox="1"/>
            <p:nvPr>
              <p:custDataLst>
                <p:tags r:id="rId2"/>
              </p:custDataLst>
            </p:nvPr>
          </p:nvSpPr>
          <p:spPr>
            <a:xfrm>
              <a:off x="4741" y="5632"/>
              <a:ext cx="834" cy="4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F5F5F5"/>
                  </a:solidFill>
                  <a:effectLst/>
                  <a:uLnTx/>
                  <a:uFillTx/>
                  <a:latin typeface="Arial"/>
                  <a:ea typeface="微软雅黑"/>
                  <a:cs typeface="+mn-cs"/>
                </a:rPr>
                <a:t>Dis</a:t>
              </a:r>
            </a:p>
          </p:txBody>
        </p:sp>
        <p:sp>
          <p:nvSpPr>
            <p:cNvPr id="9" name="矩形 8">
              <a:extLst>
                <a:ext uri="{FF2B5EF4-FFF2-40B4-BE49-F238E27FC236}">
                  <a16:creationId xmlns:a16="http://schemas.microsoft.com/office/drawing/2014/main" id="{32171894-17B8-07AE-9D46-70F3F5BE0F14}"/>
                </a:ext>
              </a:extLst>
            </p:cNvPr>
            <p:cNvSpPr/>
            <p:nvPr/>
          </p:nvSpPr>
          <p:spPr>
            <a:xfrm>
              <a:off x="7785" y="5812"/>
              <a:ext cx="900" cy="840"/>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5F5F5"/>
                </a:solidFill>
                <a:effectLst/>
                <a:uLnTx/>
                <a:uFillTx/>
                <a:latin typeface="Arial"/>
                <a:ea typeface="微软雅黑"/>
                <a:cs typeface="+mn-cs"/>
              </a:endParaRPr>
            </a:p>
          </p:txBody>
        </p:sp>
        <p:grpSp>
          <p:nvGrpSpPr>
            <p:cNvPr id="10" name="组合 9">
              <a:extLst>
                <a:ext uri="{FF2B5EF4-FFF2-40B4-BE49-F238E27FC236}">
                  <a16:creationId xmlns:a16="http://schemas.microsoft.com/office/drawing/2014/main" id="{DE605A44-0FE6-096D-6F9E-75B037A4B641}"/>
                </a:ext>
              </a:extLst>
            </p:cNvPr>
            <p:cNvGrpSpPr/>
            <p:nvPr/>
          </p:nvGrpSpPr>
          <p:grpSpPr>
            <a:xfrm>
              <a:off x="2996" y="5366"/>
              <a:ext cx="5995" cy="748"/>
              <a:chOff x="3011" y="5366"/>
              <a:chExt cx="5995" cy="748"/>
            </a:xfrm>
          </p:grpSpPr>
          <p:sp>
            <p:nvSpPr>
              <p:cNvPr id="17" name="右大括号 16">
                <a:extLst>
                  <a:ext uri="{FF2B5EF4-FFF2-40B4-BE49-F238E27FC236}">
                    <a16:creationId xmlns:a16="http://schemas.microsoft.com/office/drawing/2014/main" id="{3B70F527-35F2-84F9-F099-9F5769432E2E}"/>
                  </a:ext>
                </a:extLst>
              </p:cNvPr>
              <p:cNvSpPr/>
              <p:nvPr/>
            </p:nvSpPr>
            <p:spPr>
              <a:xfrm rot="5400000">
                <a:off x="5071" y="3349"/>
                <a:ext cx="120" cy="4240"/>
              </a:xfrm>
              <a:prstGeom prst="rightBrace">
                <a:avLst>
                  <a:gd name="adj1" fmla="val 125000"/>
                  <a:gd name="adj2" fmla="val 50353"/>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1" name="文本框 20">
                <a:extLst>
                  <a:ext uri="{FF2B5EF4-FFF2-40B4-BE49-F238E27FC236}">
                    <a16:creationId xmlns:a16="http://schemas.microsoft.com/office/drawing/2014/main" id="{CEBDBF85-4C56-3CA7-CC00-4DE5D2EA6269}"/>
                  </a:ext>
                </a:extLst>
              </p:cNvPr>
              <p:cNvSpPr txBox="1"/>
              <p:nvPr/>
            </p:nvSpPr>
            <p:spPr>
              <a:xfrm>
                <a:off x="7722" y="5632"/>
                <a:ext cx="1284" cy="4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5F5F5"/>
                    </a:solidFill>
                    <a:effectLst/>
                    <a:uLnTx/>
                    <a:uFillTx/>
                    <a:latin typeface="Arial"/>
                    <a:ea typeface="微软雅黑"/>
                    <a:cs typeface="+mn-cs"/>
                  </a:rPr>
                  <a:t>Focus</a:t>
                </a:r>
              </a:p>
            </p:txBody>
          </p:sp>
          <p:sp>
            <p:nvSpPr>
              <p:cNvPr id="23" name="右大括号 22">
                <a:extLst>
                  <a:ext uri="{FF2B5EF4-FFF2-40B4-BE49-F238E27FC236}">
                    <a16:creationId xmlns:a16="http://schemas.microsoft.com/office/drawing/2014/main" id="{43EC3E9E-45A3-D6BB-092C-0F768F1AA448}"/>
                  </a:ext>
                </a:extLst>
              </p:cNvPr>
              <p:cNvSpPr/>
              <p:nvPr/>
            </p:nvSpPr>
            <p:spPr>
              <a:xfrm rot="5400000">
                <a:off x="8053" y="4616"/>
                <a:ext cx="203" cy="1703"/>
              </a:xfrm>
              <a:prstGeom prst="rightBrace">
                <a:avLst>
                  <a:gd name="adj1" fmla="val 23152"/>
                  <a:gd name="adj2" fmla="val 50000"/>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grpSp>
      </p:grpSp>
      <p:sp>
        <p:nvSpPr>
          <p:cNvPr id="32" name="文本框 31">
            <a:extLst>
              <a:ext uri="{FF2B5EF4-FFF2-40B4-BE49-F238E27FC236}">
                <a16:creationId xmlns:a16="http://schemas.microsoft.com/office/drawing/2014/main" id="{8AE07728-BFC6-8ADB-83FE-4CC8551375BD}"/>
              </a:ext>
            </a:extLst>
          </p:cNvPr>
          <p:cNvSpPr txBox="1"/>
          <p:nvPr/>
        </p:nvSpPr>
        <p:spPr>
          <a:xfrm>
            <a:off x="742555" y="1053209"/>
            <a:ext cx="189351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理论像素点计算</a:t>
            </a:r>
          </a:p>
        </p:txBody>
      </p:sp>
      <p:pic>
        <p:nvPicPr>
          <p:cNvPr id="33" name="图片 32">
            <a:extLst>
              <a:ext uri="{FF2B5EF4-FFF2-40B4-BE49-F238E27FC236}">
                <a16:creationId xmlns:a16="http://schemas.microsoft.com/office/drawing/2014/main" id="{CA052412-DAEC-D213-4B9A-1B3448BF0DC4}"/>
              </a:ext>
            </a:extLst>
          </p:cNvPr>
          <p:cNvPicPr>
            <a:picLocks noChangeAspect="1"/>
          </p:cNvPicPr>
          <p:nvPr/>
        </p:nvPicPr>
        <p:blipFill>
          <a:blip r:embed="rId10"/>
          <a:stretch>
            <a:fillRect/>
          </a:stretch>
        </p:blipFill>
        <p:spPr>
          <a:xfrm>
            <a:off x="6442710" y="2023195"/>
            <a:ext cx="5410193" cy="2802042"/>
          </a:xfrm>
          <a:prstGeom prst="rect">
            <a:avLst/>
          </a:prstGeom>
        </p:spPr>
      </p:pic>
    </p:spTree>
    <p:extLst>
      <p:ext uri="{BB962C8B-B14F-4D97-AF65-F5344CB8AC3E}">
        <p14:creationId xmlns:p14="http://schemas.microsoft.com/office/powerpoint/2010/main" val="1184902089"/>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9"/>
          <p:cNvPicPr>
            <a:picLocks noChangeAspect="1"/>
          </p:cNvPicPr>
          <p:nvPr>
            <p:custDataLst>
              <p:tags r:id="rId1"/>
            </p:custDataLst>
          </p:nvPr>
        </p:nvPicPr>
        <p:blipFill>
          <a:blip r:embed="rId4"/>
          <a:stretch>
            <a:fillRect/>
          </a:stretch>
        </p:blipFill>
        <p:spPr>
          <a:xfrm>
            <a:off x="752086" y="68473"/>
            <a:ext cx="1186062" cy="432826"/>
          </a:xfrm>
          <a:prstGeom prst="rect">
            <a:avLst/>
          </a:prstGeom>
          <a:noFill/>
          <a:ln w="9525">
            <a:noFill/>
          </a:ln>
        </p:spPr>
      </p:pic>
      <p:pic>
        <p:nvPicPr>
          <p:cNvPr id="3" name="图片 2">
            <a:extLst>
              <a:ext uri="{FF2B5EF4-FFF2-40B4-BE49-F238E27FC236}">
                <a16:creationId xmlns:a16="http://schemas.microsoft.com/office/drawing/2014/main" id="{1D5FC7EA-CF16-F6A7-590F-9D01EA796A4C}"/>
              </a:ext>
            </a:extLst>
          </p:cNvPr>
          <p:cNvPicPr>
            <a:picLocks noChangeAspect="1"/>
          </p:cNvPicPr>
          <p:nvPr/>
        </p:nvPicPr>
        <p:blipFill>
          <a:blip r:embed="rId5"/>
          <a:stretch>
            <a:fillRect/>
          </a:stretch>
        </p:blipFill>
        <p:spPr>
          <a:xfrm>
            <a:off x="779882" y="1363060"/>
            <a:ext cx="5509174" cy="4131881"/>
          </a:xfrm>
          <a:prstGeom prst="rect">
            <a:avLst/>
          </a:prstGeom>
        </p:spPr>
      </p:pic>
      <p:sp>
        <p:nvSpPr>
          <p:cNvPr id="4" name="矩形 3">
            <a:extLst>
              <a:ext uri="{FF2B5EF4-FFF2-40B4-BE49-F238E27FC236}">
                <a16:creationId xmlns:a16="http://schemas.microsoft.com/office/drawing/2014/main" id="{929F4402-7B3B-46B3-EE7F-C3BDAB2364E6}"/>
              </a:ext>
            </a:extLst>
          </p:cNvPr>
          <p:cNvSpPr/>
          <p:nvPr/>
        </p:nvSpPr>
        <p:spPr>
          <a:xfrm>
            <a:off x="1468718" y="1776399"/>
            <a:ext cx="1211907" cy="319502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77" b="0" i="0" u="none" strike="noStrike" kern="1200" cap="none" spc="0" normalizeH="0" baseline="0" noProof="0">
              <a:ln>
                <a:noFill/>
              </a:ln>
              <a:solidFill>
                <a:srgbClr val="F5F5F5"/>
              </a:solidFill>
              <a:effectLst/>
              <a:uLnTx/>
              <a:uFillTx/>
              <a:latin typeface="Arial"/>
              <a:ea typeface="微软雅黑"/>
              <a:cs typeface="+mn-cs"/>
            </a:endParaRPr>
          </a:p>
        </p:txBody>
      </p:sp>
      <p:cxnSp>
        <p:nvCxnSpPr>
          <p:cNvPr id="6" name="直接箭头连接符 5">
            <a:extLst>
              <a:ext uri="{FF2B5EF4-FFF2-40B4-BE49-F238E27FC236}">
                <a16:creationId xmlns:a16="http://schemas.microsoft.com/office/drawing/2014/main" id="{D2D8898C-9017-71D5-B9EC-11B406D42110}"/>
              </a:ext>
            </a:extLst>
          </p:cNvPr>
          <p:cNvCxnSpPr/>
          <p:nvPr/>
        </p:nvCxnSpPr>
        <p:spPr>
          <a:xfrm>
            <a:off x="2708421" y="3153566"/>
            <a:ext cx="3580635" cy="60595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BC92ABB7-586D-B7BC-07F2-684F355C4734}"/>
              </a:ext>
            </a:extLst>
          </p:cNvPr>
          <p:cNvPicPr>
            <a:picLocks noChangeAspect="1"/>
          </p:cNvPicPr>
          <p:nvPr/>
        </p:nvPicPr>
        <p:blipFill>
          <a:blip r:embed="rId6"/>
          <a:stretch>
            <a:fillRect/>
          </a:stretch>
        </p:blipFill>
        <p:spPr>
          <a:xfrm>
            <a:off x="5902945" y="1365856"/>
            <a:ext cx="5509174" cy="4131880"/>
          </a:xfrm>
          <a:prstGeom prst="rect">
            <a:avLst/>
          </a:prstGeom>
        </p:spPr>
      </p:pic>
      <p:graphicFrame>
        <p:nvGraphicFramePr>
          <p:cNvPr id="2" name="对象 1">
            <a:extLst>
              <a:ext uri="{FF2B5EF4-FFF2-40B4-BE49-F238E27FC236}">
                <a16:creationId xmlns:a16="http://schemas.microsoft.com/office/drawing/2014/main" id="{DC167894-190A-3741-19A6-7431461C7C04}"/>
              </a:ext>
            </a:extLst>
          </p:cNvPr>
          <p:cNvGraphicFramePr>
            <a:graphicFrameLocks noChangeAspect="1"/>
          </p:cNvGraphicFramePr>
          <p:nvPr/>
        </p:nvGraphicFramePr>
        <p:xfrm>
          <a:off x="2708421" y="5547230"/>
          <a:ext cx="2986333" cy="661876"/>
        </p:xfrm>
        <a:graphic>
          <a:graphicData uri="http://schemas.openxmlformats.org/presentationml/2006/ole">
            <mc:AlternateContent xmlns:mc="http://schemas.openxmlformats.org/markup-compatibility/2006">
              <mc:Choice xmlns:v="urn:schemas-microsoft-com:vml" Requires="v">
                <p:oleObj name="Equation" r:id="rId7" imgW="1892160" imgH="419040" progId="Equation.DSMT4">
                  <p:embed/>
                </p:oleObj>
              </mc:Choice>
              <mc:Fallback>
                <p:oleObj name="Equation" r:id="rId7" imgW="1892160" imgH="419040" progId="Equation.DSMT4">
                  <p:embed/>
                  <p:pic>
                    <p:nvPicPr>
                      <p:cNvPr id="2" name="对象 1">
                        <a:extLst>
                          <a:ext uri="{FF2B5EF4-FFF2-40B4-BE49-F238E27FC236}">
                            <a16:creationId xmlns:a16="http://schemas.microsoft.com/office/drawing/2014/main" id="{DC167894-190A-3741-19A6-7431461C7C04}"/>
                          </a:ext>
                        </a:extLst>
                      </p:cNvPr>
                      <p:cNvPicPr/>
                      <p:nvPr/>
                    </p:nvPicPr>
                    <p:blipFill>
                      <a:blip r:embed="rId8"/>
                      <a:stretch>
                        <a:fillRect/>
                      </a:stretch>
                    </p:blipFill>
                    <p:spPr>
                      <a:xfrm>
                        <a:off x="2708421" y="5547230"/>
                        <a:ext cx="2986333" cy="661876"/>
                      </a:xfrm>
                      <a:prstGeom prst="rect">
                        <a:avLst/>
                      </a:prstGeom>
                    </p:spPr>
                  </p:pic>
                </p:oleObj>
              </mc:Fallback>
            </mc:AlternateContent>
          </a:graphicData>
        </a:graphic>
      </p:graphicFrame>
    </p:spTree>
    <p:extLst>
      <p:ext uri="{BB962C8B-B14F-4D97-AF65-F5344CB8AC3E}">
        <p14:creationId xmlns:p14="http://schemas.microsoft.com/office/powerpoint/2010/main" val="1120082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FED8F-BCE4-B916-7A72-747135044676}"/>
            </a:ext>
          </a:extLst>
        </p:cNvPr>
        <p:cNvGrpSpPr/>
        <p:nvPr/>
      </p:nvGrpSpPr>
      <p:grpSpPr>
        <a:xfrm>
          <a:off x="0" y="0"/>
          <a:ext cx="0" cy="0"/>
          <a:chOff x="0" y="0"/>
          <a:chExt cx="0" cy="0"/>
        </a:xfrm>
      </p:grpSpPr>
      <p:pic>
        <p:nvPicPr>
          <p:cNvPr id="16388" name="Picture 9">
            <a:extLst>
              <a:ext uri="{FF2B5EF4-FFF2-40B4-BE49-F238E27FC236}">
                <a16:creationId xmlns:a16="http://schemas.microsoft.com/office/drawing/2014/main" id="{DADCF3BA-2E72-9B5A-3DF9-FB50C0B8E298}"/>
              </a:ext>
            </a:extLst>
          </p:cNvPr>
          <p:cNvPicPr>
            <a:picLocks noChangeAspect="1"/>
          </p:cNvPicPr>
          <p:nvPr/>
        </p:nvPicPr>
        <p:blipFill>
          <a:blip r:embed="rId3"/>
          <a:stretch>
            <a:fillRect/>
          </a:stretch>
        </p:blipFill>
        <p:spPr>
          <a:xfrm>
            <a:off x="351639" y="76671"/>
            <a:ext cx="1186062" cy="432826"/>
          </a:xfrm>
          <a:prstGeom prst="rect">
            <a:avLst/>
          </a:prstGeom>
          <a:noFill/>
          <a:ln w="9525">
            <a:noFill/>
          </a:ln>
        </p:spPr>
      </p:pic>
      <p:sp>
        <p:nvSpPr>
          <p:cNvPr id="12" name="Rectangle 7">
            <a:extLst>
              <a:ext uri="{FF2B5EF4-FFF2-40B4-BE49-F238E27FC236}">
                <a16:creationId xmlns:a16="http://schemas.microsoft.com/office/drawing/2014/main" id="{45AA7992-EA72-B779-30CF-B00FEE81C04B}"/>
              </a:ext>
            </a:extLst>
          </p:cNvPr>
          <p:cNvSpPr>
            <a:spLocks noChangeArrowheads="1"/>
          </p:cNvSpPr>
          <p:nvPr/>
        </p:nvSpPr>
        <p:spPr bwMode="auto">
          <a:xfrm>
            <a:off x="601220" y="-188372"/>
            <a:ext cx="141335" cy="37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952" tIns="34976" rIns="69952" bIns="34976" numCol="1" anchor="ctr" anchorCtr="0" compatLnSpc="1">
            <a:prstTxWarp prst="textNoShape">
              <a:avLst/>
            </a:prstTxWarp>
            <a:spAutoFit/>
          </a:bodyPr>
          <a:lstStyle/>
          <a:p>
            <a:pPr marL="0" marR="0" lvl="0" indent="0" algn="l" defTabSz="1019769" rtl="0" eaLnBrk="1" fontAlgn="auto" latinLnBrk="0" hangingPunct="1">
              <a:lnSpc>
                <a:spcPct val="100000"/>
              </a:lnSpc>
              <a:spcBef>
                <a:spcPts val="0"/>
              </a:spcBef>
              <a:spcAft>
                <a:spcPts val="0"/>
              </a:spcAft>
              <a:buClrTx/>
              <a:buSzTx/>
              <a:buFontTx/>
              <a:buNone/>
              <a:tabLst/>
              <a:defRPr/>
            </a:pPr>
            <a:endParaRPr kumimoji="0" lang="zh-CN" altLang="en-US" sz="1989" b="0" i="0" u="none" strike="noStrike" kern="1200" cap="none" spc="0" normalizeH="0" baseline="0" noProof="0">
              <a:ln>
                <a:noFill/>
              </a:ln>
              <a:solidFill>
                <a:srgbClr val="000000"/>
              </a:solidFill>
              <a:effectLst/>
              <a:uLnTx/>
              <a:uFillTx/>
              <a:latin typeface="Arial"/>
              <a:ea typeface="微软雅黑"/>
              <a:cs typeface="+mn-cs"/>
            </a:endParaRPr>
          </a:p>
        </p:txBody>
      </p:sp>
      <p:pic>
        <p:nvPicPr>
          <p:cNvPr id="5" name="图片 4">
            <a:extLst>
              <a:ext uri="{FF2B5EF4-FFF2-40B4-BE49-F238E27FC236}">
                <a16:creationId xmlns:a16="http://schemas.microsoft.com/office/drawing/2014/main" id="{66CDF7C0-0CAA-9D64-907E-44A76B976587}"/>
              </a:ext>
            </a:extLst>
          </p:cNvPr>
          <p:cNvPicPr>
            <a:picLocks noChangeAspect="1"/>
          </p:cNvPicPr>
          <p:nvPr/>
        </p:nvPicPr>
        <p:blipFill rotWithShape="1">
          <a:blip r:embed="rId4"/>
          <a:srcRect l="5325" r="7529" b="4229"/>
          <a:stretch/>
        </p:blipFill>
        <p:spPr bwMode="auto">
          <a:xfrm>
            <a:off x="601220" y="1255413"/>
            <a:ext cx="4554256" cy="3617714"/>
          </a:xfrm>
          <a:prstGeom prst="rect">
            <a:avLst/>
          </a:prstGeom>
          <a:ln>
            <a:noFill/>
          </a:ln>
          <a:extLst>
            <a:ext uri="{53640926-AAD7-44D8-BBD7-CCE9431645EC}">
              <a14:shadowObscured xmlns:a14="http://schemas.microsoft.com/office/drawing/2010/main"/>
            </a:ext>
          </a:extLst>
        </p:spPr>
      </p:pic>
      <p:pic>
        <p:nvPicPr>
          <p:cNvPr id="6" name="图片 5">
            <a:extLst>
              <a:ext uri="{FF2B5EF4-FFF2-40B4-BE49-F238E27FC236}">
                <a16:creationId xmlns:a16="http://schemas.microsoft.com/office/drawing/2014/main" id="{02175CA4-B4E0-39B9-156E-47947F2792E7}"/>
              </a:ext>
            </a:extLst>
          </p:cNvPr>
          <p:cNvPicPr>
            <a:picLocks noChangeAspect="1"/>
          </p:cNvPicPr>
          <p:nvPr/>
        </p:nvPicPr>
        <p:blipFill rotWithShape="1">
          <a:blip r:embed="rId5"/>
          <a:srcRect l="4829" r="5810" b="4813"/>
          <a:stretch/>
        </p:blipFill>
        <p:spPr bwMode="auto">
          <a:xfrm>
            <a:off x="6390687" y="1255413"/>
            <a:ext cx="4717858" cy="3769429"/>
          </a:xfrm>
          <a:prstGeom prst="rect">
            <a:avLst/>
          </a:prstGeom>
          <a:ln>
            <a:noFill/>
          </a:ln>
          <a:extLst>
            <a:ext uri="{53640926-AAD7-44D8-BBD7-CCE9431645EC}">
              <a14:shadowObscured xmlns:a14="http://schemas.microsoft.com/office/drawing/2010/main"/>
            </a:ext>
          </a:extLst>
        </p:spPr>
      </p:pic>
      <p:sp>
        <p:nvSpPr>
          <p:cNvPr id="9" name="文本框 8">
            <a:extLst>
              <a:ext uri="{FF2B5EF4-FFF2-40B4-BE49-F238E27FC236}">
                <a16:creationId xmlns:a16="http://schemas.microsoft.com/office/drawing/2014/main" id="{8FF92F77-F9F3-6027-4E3C-3A917890B976}"/>
              </a:ext>
            </a:extLst>
          </p:cNvPr>
          <p:cNvSpPr txBox="1"/>
          <p:nvPr/>
        </p:nvSpPr>
        <p:spPr>
          <a:xfrm>
            <a:off x="7556326" y="5233255"/>
            <a:ext cx="25401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b</a:t>
            </a:r>
            <a:r>
              <a:rPr kumimoji="0" lang="zh-CN"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）修正后温度误差</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4" name="文本框 13">
            <a:extLst>
              <a:ext uri="{FF2B5EF4-FFF2-40B4-BE49-F238E27FC236}">
                <a16:creationId xmlns:a16="http://schemas.microsoft.com/office/drawing/2014/main" id="{414F4833-D42C-B90E-C0A8-E3534731A6E0}"/>
              </a:ext>
            </a:extLst>
          </p:cNvPr>
          <p:cNvSpPr txBox="1"/>
          <p:nvPr/>
        </p:nvSpPr>
        <p:spPr>
          <a:xfrm>
            <a:off x="1230682" y="5253164"/>
            <a:ext cx="609391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(a)	</a:t>
            </a: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修正前温度误差</a:t>
            </a:r>
          </a:p>
        </p:txBody>
      </p:sp>
    </p:spTree>
    <p:extLst>
      <p:ext uri="{BB962C8B-B14F-4D97-AF65-F5344CB8AC3E}">
        <p14:creationId xmlns:p14="http://schemas.microsoft.com/office/powerpoint/2010/main" val="110797500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670" y="878276"/>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海康距离修正</a:t>
            </a:r>
          </a:p>
        </p:txBody>
      </p:sp>
      <p:sp>
        <p:nvSpPr>
          <p:cNvPr id="3" name="Rectangle 2"/>
          <p:cNvSpPr>
            <a:spLocks noChangeArrowheads="1"/>
          </p:cNvSpPr>
          <p:nvPr/>
        </p:nvSpPr>
        <p:spPr bwMode="auto">
          <a:xfrm>
            <a:off x="-62630" y="5512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5" name="矩形 4"/>
              <p:cNvSpPr/>
              <p:nvPr/>
            </p:nvSpPr>
            <p:spPr>
              <a:xfrm>
                <a:off x="1067562" y="2005111"/>
                <a:ext cx="9656885" cy="329468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        </a:t>
                </a:r>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假设标定时刻黑体在探测器上的成像直径为</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a:cs typeface="+mn-cs"/>
                      </a:rPr>
                      <m:t>𝑑</m:t>
                    </m:r>
                  </m:oMath>
                </a14:m>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，标定距离下黑体测温结果为</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a:cs typeface="+mn-cs"/>
                      </a:rPr>
                      <m:t>𝑡</m:t>
                    </m:r>
                  </m:oMath>
                </a14:m>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，实际测温任意时刻目标在探测器上的成像直径为</a:t>
                </a:r>
                <a14:m>
                  <m:oMath xmlns:m="http://schemas.openxmlformats.org/officeDocument/2006/math">
                    <m:sSub>
                      <m:sSub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a:cs typeface="+mn-cs"/>
                          </a:rPr>
                          <m:t>𝑑</m:t>
                        </m:r>
                      </m:e>
                      <m:sub>
                        <m:r>
                          <a:rPr kumimoji="0" lang="en-US" altLang="zh-CN" sz="1800" b="0" i="1" u="none" strike="noStrike" kern="1200" cap="none" spc="0" normalizeH="0" baseline="0" noProof="0">
                            <a:ln>
                              <a:noFill/>
                            </a:ln>
                            <a:solidFill>
                              <a:srgbClr val="000000"/>
                            </a:solidFill>
                            <a:effectLst/>
                            <a:uLnTx/>
                            <a:uFillTx/>
                            <a:latin typeface="Cambria Math"/>
                            <a:cs typeface="+mn-cs"/>
                          </a:rPr>
                          <m:t>𝑜𝑏𝑗</m:t>
                        </m:r>
                      </m:sub>
                    </m:sSub>
                  </m:oMath>
                </a14:m>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，实际测得的温度为</a:t>
                </a:r>
                <a14:m>
                  <m:oMath xmlns:m="http://schemas.openxmlformats.org/officeDocument/2006/math">
                    <m:sSup>
                      <m:sSup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000000"/>
                            </a:solidFill>
                            <a:effectLst/>
                            <a:uLnTx/>
                            <a:uFillTx/>
                            <a:latin typeface="Cambria Math"/>
                            <a:cs typeface="+mn-cs"/>
                          </a:rPr>
                          <m:t>𝑡</m:t>
                        </m:r>
                      </m:e>
                      <m:sup>
                        <m:r>
                          <a:rPr kumimoji="0" lang="en-US" altLang="zh-CN" sz="1800" b="0" i="1" u="none" strike="noStrike" kern="1200" cap="none" spc="0" normalizeH="0" baseline="0" noProof="0">
                            <a:ln>
                              <a:noFill/>
                            </a:ln>
                            <a:solidFill>
                              <a:srgbClr val="000000"/>
                            </a:solidFill>
                            <a:effectLst/>
                            <a:uLnTx/>
                            <a:uFillTx/>
                            <a:latin typeface="Cambria Math"/>
                            <a:cs typeface="+mn-cs"/>
                          </a:rPr>
                          <m:t>′</m:t>
                        </m:r>
                      </m:sup>
                    </m:sSup>
                  </m:oMath>
                </a14:m>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，修正后的温度为</a:t>
                </a:r>
                <a14:m>
                  <m:oMath xmlns:m="http://schemas.openxmlformats.org/officeDocument/2006/math">
                    <m:sSub>
                      <m:sSub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a:cs typeface="+mn-cs"/>
                          </a:rPr>
                          <m:t>𝑡</m:t>
                        </m:r>
                      </m:e>
                      <m:sub>
                        <m:r>
                          <a:rPr kumimoji="0" lang="en-US" altLang="zh-CN" sz="1800" b="0" i="1" u="none" strike="noStrike" kern="1200" cap="none" spc="0" normalizeH="0" baseline="0" noProof="0">
                            <a:ln>
                              <a:noFill/>
                            </a:ln>
                            <a:solidFill>
                              <a:srgbClr val="000000"/>
                            </a:solidFill>
                            <a:effectLst/>
                            <a:uLnTx/>
                            <a:uFillTx/>
                            <a:latin typeface="Cambria Math"/>
                            <a:cs typeface="+mn-cs"/>
                          </a:rPr>
                          <m:t>𝑜𝑏𝑗</m:t>
                        </m:r>
                      </m:sub>
                    </m:sSub>
                  </m:oMath>
                </a14:m>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，则修正过程可描述如下</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a:cs typeface="+mn-cs"/>
                            </a:rPr>
                            <m:t>𝑡</m:t>
                          </m:r>
                        </m:e>
                        <m:sub>
                          <m:r>
                            <a:rPr kumimoji="0" lang="en-US" altLang="zh-CN" sz="1800" b="0" i="1" u="none" strike="noStrike" kern="1200" cap="none" spc="0" normalizeH="0" baseline="0" noProof="0">
                              <a:ln>
                                <a:noFill/>
                              </a:ln>
                              <a:solidFill>
                                <a:srgbClr val="000000"/>
                              </a:solidFill>
                              <a:effectLst/>
                              <a:uLnTx/>
                              <a:uFillTx/>
                              <a:latin typeface="Cambria Math"/>
                              <a:cs typeface="+mn-cs"/>
                            </a:rPr>
                            <m:t>𝑜𝑏𝑗</m:t>
                          </m:r>
                        </m:sub>
                      </m:sSub>
                      <m:r>
                        <a:rPr kumimoji="0" lang="en-US" altLang="zh-CN" sz="1800" b="0" i="1" u="none" strike="noStrike" kern="1200" cap="none" spc="0" normalizeH="0" baseline="0" noProof="0">
                          <a:ln>
                            <a:noFill/>
                          </a:ln>
                          <a:solidFill>
                            <a:srgbClr val="000000"/>
                          </a:solidFill>
                          <a:effectLst/>
                          <a:uLnTx/>
                          <a:uFillTx/>
                          <a:latin typeface="Cambria Math"/>
                          <a:cs typeface="+mn-cs"/>
                        </a:rPr>
                        <m:t>=</m:t>
                      </m:r>
                      <m:sSup>
                        <m:sSup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000000"/>
                              </a:solidFill>
                              <a:effectLst/>
                              <a:uLnTx/>
                              <a:uFillTx/>
                              <a:latin typeface="Cambria Math"/>
                              <a:cs typeface="+mn-cs"/>
                            </a:rPr>
                            <m:t>𝑡</m:t>
                          </m:r>
                        </m:e>
                        <m:sup>
                          <m:r>
                            <a:rPr kumimoji="0" lang="en-US" altLang="zh-CN" sz="1800" b="0" i="1" u="none" strike="noStrike" kern="1200" cap="none" spc="0" normalizeH="0" baseline="0" noProof="0">
                              <a:ln>
                                <a:noFill/>
                              </a:ln>
                              <a:solidFill>
                                <a:srgbClr val="000000"/>
                              </a:solidFill>
                              <a:effectLst/>
                              <a:uLnTx/>
                              <a:uFillTx/>
                              <a:latin typeface="Cambria Math"/>
                              <a:cs typeface="+mn-cs"/>
                            </a:rPr>
                            <m:t>′</m:t>
                          </m:r>
                        </m:sup>
                      </m:sSup>
                      <m:r>
                        <a:rPr kumimoji="0" lang="en-US" altLang="zh-CN" sz="1800" b="0" i="1" u="none" strike="noStrike" kern="1200" cap="none" spc="0" normalizeH="0" baseline="0" noProof="0">
                          <a:ln>
                            <a:noFill/>
                          </a:ln>
                          <a:solidFill>
                            <a:srgbClr val="000000"/>
                          </a:solidFill>
                          <a:effectLst/>
                          <a:uLnTx/>
                          <a:uFillTx/>
                          <a:latin typeface="Cambria Math"/>
                          <a:cs typeface="+mn-cs"/>
                        </a:rPr>
                        <m:t>/</m:t>
                      </m:r>
                      <m:sSub>
                        <m:sSub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a:cs typeface="+mn-cs"/>
                            </a:rPr>
                            <m:t>𝑘</m:t>
                          </m:r>
                        </m:e>
                        <m:sub>
                          <m:r>
                            <a:rPr kumimoji="0" lang="en-US" altLang="zh-CN" sz="1800" b="0" i="1" u="none" strike="noStrike" kern="1200" cap="none" spc="0" normalizeH="0" baseline="0" noProof="0">
                              <a:ln>
                                <a:noFill/>
                              </a:ln>
                              <a:solidFill>
                                <a:srgbClr val="000000"/>
                              </a:solidFill>
                              <a:effectLst/>
                              <a:uLnTx/>
                              <a:uFillTx/>
                              <a:latin typeface="Cambria Math"/>
                              <a:cs typeface="+mn-cs"/>
                            </a:rPr>
                            <m:t>4</m:t>
                          </m:r>
                        </m:sub>
                      </m:sSub>
                    </m:oMath>
                  </m:oMathPara>
                </a14:m>
                <a:endParaRPr kumimoji="0" lang="zh-CN" altLang="zh-CN" sz="1800" b="0" i="0" u="none" strike="noStrike" kern="1200" cap="none" spc="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a:cs typeface="+mn-cs"/>
                            </a:rPr>
                            <m:t>𝑘</m:t>
                          </m:r>
                        </m:e>
                        <m:sub>
                          <m:r>
                            <a:rPr kumimoji="0" lang="en-US" altLang="zh-CN" sz="1800" b="0" i="1" u="none" strike="noStrike" kern="1200" cap="none" spc="0" normalizeH="0" baseline="0" noProof="0">
                              <a:ln>
                                <a:noFill/>
                              </a:ln>
                              <a:solidFill>
                                <a:srgbClr val="000000"/>
                              </a:solidFill>
                              <a:effectLst/>
                              <a:uLnTx/>
                              <a:uFillTx/>
                              <a:latin typeface="Cambria Math"/>
                              <a:cs typeface="+mn-cs"/>
                            </a:rPr>
                            <m:t>4</m:t>
                          </m:r>
                        </m:sub>
                      </m:sSub>
                      <m:r>
                        <a:rPr kumimoji="0" lang="en-US" altLang="zh-CN" sz="1800" b="0" i="1" u="none" strike="noStrike" kern="1200" cap="none" spc="0" normalizeH="0" baseline="0" noProof="0">
                          <a:ln>
                            <a:noFill/>
                          </a:ln>
                          <a:solidFill>
                            <a:srgbClr val="000000"/>
                          </a:solidFill>
                          <a:effectLst/>
                          <a:uLnTx/>
                          <a:uFillTx/>
                          <a:latin typeface="Cambria Math"/>
                          <a:cs typeface="+mn-cs"/>
                        </a:rPr>
                        <m:t>=</m:t>
                      </m:r>
                      <m:sSup>
                        <m:sSup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d>
                            <m:d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f>
                                    <m:f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sSub>
                                        <m:sSub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a:cs typeface="+mn-cs"/>
                                            </a:rPr>
                                            <m:t>𝑑</m:t>
                                          </m:r>
                                        </m:e>
                                        <m:sub>
                                          <m:r>
                                            <a:rPr kumimoji="0" lang="en-US" altLang="zh-CN" sz="1800" b="0" i="1" u="none" strike="noStrike" kern="1200" cap="none" spc="0" normalizeH="0" baseline="0" noProof="0">
                                              <a:ln>
                                                <a:noFill/>
                                              </a:ln>
                                              <a:solidFill>
                                                <a:srgbClr val="000000"/>
                                              </a:solidFill>
                                              <a:effectLst/>
                                              <a:uLnTx/>
                                              <a:uFillTx/>
                                              <a:latin typeface="Cambria Math"/>
                                              <a:cs typeface="+mn-cs"/>
                                            </a:rPr>
                                            <m:t>𝑜𝑏𝑗</m:t>
                                          </m:r>
                                        </m:sub>
                                      </m:sSub>
                                    </m:num>
                                    <m:den>
                                      <m:r>
                                        <a:rPr kumimoji="0" lang="en-US" altLang="zh-CN" sz="1800" b="0" i="1" u="none" strike="noStrike" kern="1200" cap="none" spc="0" normalizeH="0" baseline="0" noProof="0">
                                          <a:ln>
                                            <a:noFill/>
                                          </a:ln>
                                          <a:solidFill>
                                            <a:srgbClr val="000000"/>
                                          </a:solidFill>
                                          <a:effectLst/>
                                          <a:uLnTx/>
                                          <a:uFillTx/>
                                          <a:latin typeface="Cambria Math"/>
                                          <a:cs typeface="+mn-cs"/>
                                        </a:rPr>
                                        <m:t>𝑑</m:t>
                                      </m:r>
                                    </m:den>
                                  </m:f>
                                  <m:r>
                                    <a:rPr kumimoji="0" lang="en-US" altLang="zh-CN" sz="1800" b="0" i="1" u="none" strike="noStrike" kern="1200" cap="none" spc="0" normalizeH="0" baseline="0" noProof="0">
                                      <a:ln>
                                        <a:noFill/>
                                      </a:ln>
                                      <a:solidFill>
                                        <a:srgbClr val="000000"/>
                                      </a:solidFill>
                                      <a:effectLst/>
                                      <a:uLnTx/>
                                      <a:uFillTx/>
                                      <a:latin typeface="Cambria Math"/>
                                      <a:cs typeface="+mn-cs"/>
                                    </a:rPr>
                                    <m:t>+</m:t>
                                  </m:r>
                                  <m:r>
                                    <a:rPr kumimoji="0" lang="en-US" altLang="zh-CN" sz="1800" b="0" i="1" u="none" strike="noStrike" kern="1200" cap="none" spc="0" normalizeH="0" baseline="0" noProof="0">
                                      <a:ln>
                                        <a:noFill/>
                                      </a:ln>
                                      <a:solidFill>
                                        <a:srgbClr val="000000"/>
                                      </a:solidFill>
                                      <a:effectLst/>
                                      <a:uLnTx/>
                                      <a:uFillTx/>
                                      <a:latin typeface="Cambria Math"/>
                                      <a:cs typeface="+mn-cs"/>
                                    </a:rPr>
                                    <m:t>𝑎</m:t>
                                  </m:r>
                                  <m:r>
                                    <a:rPr kumimoji="0" lang="en-US" altLang="zh-CN" sz="1800" b="0" i="1" u="none" strike="noStrike" kern="1200" cap="none" spc="0" normalizeH="0" baseline="0" noProof="0">
                                      <a:ln>
                                        <a:noFill/>
                                      </a:ln>
                                      <a:solidFill>
                                        <a:srgbClr val="000000"/>
                                      </a:solidFill>
                                      <a:effectLst/>
                                      <a:uLnTx/>
                                      <a:uFillTx/>
                                      <a:latin typeface="Cambria Math"/>
                                      <a:cs typeface="+mn-cs"/>
                                    </a:rPr>
                                    <m:t>−1</m:t>
                                  </m:r>
                                </m:num>
                                <m:den>
                                  <m:r>
                                    <a:rPr kumimoji="0" lang="en-US" altLang="zh-CN" sz="1800" b="0" i="1" u="none" strike="noStrike" kern="1200" cap="none" spc="0" normalizeH="0" baseline="0" noProof="0">
                                      <a:ln>
                                        <a:noFill/>
                                      </a:ln>
                                      <a:solidFill>
                                        <a:srgbClr val="000000"/>
                                      </a:solidFill>
                                      <a:effectLst/>
                                      <a:uLnTx/>
                                      <a:uFillTx/>
                                      <a:latin typeface="Cambria Math"/>
                                      <a:cs typeface="+mn-cs"/>
                                    </a:rPr>
                                    <m:t>𝑎</m:t>
                                  </m:r>
                                </m:den>
                              </m:f>
                            </m:e>
                          </m:d>
                        </m:e>
                        <m:sup>
                          <m:f>
                            <m:f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a:ln>
                                    <a:noFill/>
                                  </a:ln>
                                  <a:solidFill>
                                    <a:srgbClr val="000000"/>
                                  </a:solidFill>
                                  <a:effectLst/>
                                  <a:uLnTx/>
                                  <a:uFillTx/>
                                  <a:latin typeface="Cambria Math"/>
                                  <a:cs typeface="+mn-cs"/>
                                </a:rPr>
                                <m:t>1</m:t>
                              </m:r>
                            </m:num>
                            <m:den>
                              <m:r>
                                <a:rPr kumimoji="0" lang="en-US" altLang="zh-CN" sz="1800" b="0" i="1" u="none" strike="noStrike" kern="1200" cap="none" spc="0" normalizeH="0" baseline="0" noProof="0">
                                  <a:ln>
                                    <a:noFill/>
                                  </a:ln>
                                  <a:solidFill>
                                    <a:srgbClr val="000000"/>
                                  </a:solidFill>
                                  <a:effectLst/>
                                  <a:uLnTx/>
                                  <a:uFillTx/>
                                  <a:latin typeface="Cambria Math"/>
                                  <a:cs typeface="+mn-cs"/>
                                </a:rPr>
                                <m:t>𝑏</m:t>
                              </m:r>
                            </m:den>
                          </m:f>
                        </m:sup>
                      </m:sSup>
                    </m:oMath>
                  </m:oMathPara>
                </a14:m>
                <a:endParaRPr kumimoji="0" lang="en-US" altLang="zh-CN" sz="1800" b="0" i="0" u="none" strike="noStrike" kern="1200" cap="none" spc="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        </a:t>
                </a:r>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其中</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a:cs typeface="+mn-cs"/>
                      </a:rPr>
                      <m:t>𝑎</m:t>
                    </m:r>
                  </m:oMath>
                </a14:m>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和</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a:cs typeface="+mn-cs"/>
                      </a:rPr>
                      <m:t>𝑏</m:t>
                    </m:r>
                  </m:oMath>
                </a14:m>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可已通过采集数据拟合得到，目标的成像直径通过统计目标的成像像素个数作为面积求解得到。成像像素个数通过设置阈值，逐像素比较每个像素的灰阶与全图均值灰阶差的绝对值与阈值的大小关系判断，大于阈值则认为是目标。同时，为避免过度补偿，对</a:t>
                </a:r>
                <a14:m>
                  <m:oMath xmlns:m="http://schemas.openxmlformats.org/officeDocument/2006/math">
                    <m:sSub>
                      <m:sSubPr>
                        <m:ctrlPr>
                          <a:rPr kumimoji="0"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a:cs typeface="+mn-cs"/>
                          </a:rPr>
                          <m:t>𝑘</m:t>
                        </m:r>
                      </m:e>
                      <m:sub>
                        <m:r>
                          <a:rPr kumimoji="0" lang="en-US" altLang="zh-CN" sz="1800" b="0" i="1" u="none" strike="noStrike" kern="1200" cap="none" spc="0" normalizeH="0" baseline="0" noProof="0">
                            <a:ln>
                              <a:noFill/>
                            </a:ln>
                            <a:solidFill>
                              <a:srgbClr val="000000"/>
                            </a:solidFill>
                            <a:effectLst/>
                            <a:uLnTx/>
                            <a:uFillTx/>
                            <a:latin typeface="Cambria Math"/>
                            <a:cs typeface="+mn-cs"/>
                          </a:rPr>
                          <m:t>4</m:t>
                        </m:r>
                      </m:sub>
                    </m:sSub>
                  </m:oMath>
                </a14:m>
                <a:r>
                  <a:rPr kumimoji="0" lang="zh-CN" altLang="zh-CN" sz="1800" b="0" i="0" u="none" strike="noStrike" kern="1200" cap="none" spc="0" normalizeH="0" baseline="0" noProof="0" dirty="0">
                    <a:ln>
                      <a:noFill/>
                    </a:ln>
                    <a:solidFill>
                      <a:srgbClr val="000000"/>
                    </a:solidFill>
                    <a:effectLst/>
                    <a:uLnTx/>
                    <a:uFillTx/>
                    <a:latin typeface="Arial"/>
                    <a:ea typeface="微软雅黑"/>
                    <a:cs typeface="+mn-cs"/>
                  </a:rPr>
                  <a:t>的值进行的上下限制，且目标温度高于环温一定范围时才进行修正</a:t>
                </a:r>
              </a:p>
            </p:txBody>
          </p:sp>
        </mc:Choice>
        <mc:Fallback xmlns="">
          <p:sp>
            <p:nvSpPr>
              <p:cNvPr id="5" name="矩形 4"/>
              <p:cNvSpPr>
                <a:spLocks noRot="1" noChangeAspect="1" noMove="1" noResize="1" noEditPoints="1" noAdjustHandles="1" noChangeArrowheads="1" noChangeShapeType="1" noTextEdit="1"/>
              </p:cNvSpPr>
              <p:nvPr/>
            </p:nvSpPr>
            <p:spPr>
              <a:xfrm>
                <a:off x="1067562" y="2005111"/>
                <a:ext cx="9656885" cy="3294684"/>
              </a:xfrm>
              <a:prstGeom prst="rect">
                <a:avLst/>
              </a:prstGeom>
              <a:blipFill>
                <a:blip r:embed="rId2"/>
                <a:stretch>
                  <a:fillRect l="-505" t="-1111" r="-568" b="-7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9118540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6C8-A63B-255D-7FE0-956915AD3229}"/>
            </a:ext>
          </a:extLst>
        </p:cNvPr>
        <p:cNvGrpSpPr/>
        <p:nvPr/>
      </p:nvGrpSpPr>
      <p:grpSpPr>
        <a:xfrm>
          <a:off x="0" y="0"/>
          <a:ext cx="0" cy="0"/>
          <a:chOff x="0" y="0"/>
          <a:chExt cx="0" cy="0"/>
        </a:xfrm>
      </p:grpSpPr>
      <p:pic>
        <p:nvPicPr>
          <p:cNvPr id="16388" name="Picture 9">
            <a:extLst>
              <a:ext uri="{FF2B5EF4-FFF2-40B4-BE49-F238E27FC236}">
                <a16:creationId xmlns:a16="http://schemas.microsoft.com/office/drawing/2014/main" id="{75A16D8B-EA5B-5D4E-1F60-85CD72F6487F}"/>
              </a:ext>
            </a:extLst>
          </p:cNvPr>
          <p:cNvPicPr>
            <a:picLocks noChangeAspect="1"/>
          </p:cNvPicPr>
          <p:nvPr/>
        </p:nvPicPr>
        <p:blipFill>
          <a:blip r:embed="rId3"/>
          <a:stretch>
            <a:fillRect/>
          </a:stretch>
        </p:blipFill>
        <p:spPr>
          <a:xfrm>
            <a:off x="351639" y="76671"/>
            <a:ext cx="1186062" cy="432826"/>
          </a:xfrm>
          <a:prstGeom prst="rect">
            <a:avLst/>
          </a:prstGeom>
          <a:noFill/>
          <a:ln w="9525">
            <a:noFill/>
          </a:ln>
        </p:spPr>
      </p:pic>
      <p:sp>
        <p:nvSpPr>
          <p:cNvPr id="12" name="Rectangle 7">
            <a:extLst>
              <a:ext uri="{FF2B5EF4-FFF2-40B4-BE49-F238E27FC236}">
                <a16:creationId xmlns:a16="http://schemas.microsoft.com/office/drawing/2014/main" id="{97483804-AF0A-F811-EBEE-5D308203A398}"/>
              </a:ext>
            </a:extLst>
          </p:cNvPr>
          <p:cNvSpPr>
            <a:spLocks noChangeArrowheads="1"/>
          </p:cNvSpPr>
          <p:nvPr/>
        </p:nvSpPr>
        <p:spPr bwMode="auto">
          <a:xfrm>
            <a:off x="601220" y="-188372"/>
            <a:ext cx="141335" cy="37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952" tIns="34976" rIns="69952" bIns="34976" numCol="1" anchor="ctr" anchorCtr="0" compatLnSpc="1">
            <a:prstTxWarp prst="textNoShape">
              <a:avLst/>
            </a:prstTxWarp>
            <a:spAutoFit/>
          </a:bodyPr>
          <a:lstStyle/>
          <a:p>
            <a:pPr marL="0" marR="0" lvl="0" indent="0" algn="l" defTabSz="1019769" rtl="0" eaLnBrk="1" fontAlgn="auto" latinLnBrk="0" hangingPunct="1">
              <a:lnSpc>
                <a:spcPct val="100000"/>
              </a:lnSpc>
              <a:spcBef>
                <a:spcPts val="0"/>
              </a:spcBef>
              <a:spcAft>
                <a:spcPts val="0"/>
              </a:spcAft>
              <a:buClrTx/>
              <a:buSzTx/>
              <a:buFontTx/>
              <a:buNone/>
              <a:tabLst/>
              <a:defRPr/>
            </a:pPr>
            <a:endParaRPr kumimoji="0" lang="zh-CN" altLang="en-US" sz="1989" b="0" i="0" u="none" strike="noStrike" kern="1200" cap="none" spc="0" normalizeH="0" baseline="0" noProof="0">
              <a:ln>
                <a:noFill/>
              </a:ln>
              <a:solidFill>
                <a:srgbClr val="000000"/>
              </a:solidFill>
              <a:effectLst/>
              <a:uLnTx/>
              <a:uFillTx/>
              <a:latin typeface="Arial"/>
              <a:ea typeface="微软雅黑"/>
              <a:cs typeface="+mn-cs"/>
            </a:endParaRPr>
          </a:p>
        </p:txBody>
      </p:sp>
      <p:graphicFrame>
        <p:nvGraphicFramePr>
          <p:cNvPr id="2" name="对象 1">
            <a:extLst>
              <a:ext uri="{FF2B5EF4-FFF2-40B4-BE49-F238E27FC236}">
                <a16:creationId xmlns:a16="http://schemas.microsoft.com/office/drawing/2014/main" id="{BCCEFD7F-3526-50B0-8580-D54C35D2EF89}"/>
              </a:ext>
            </a:extLst>
          </p:cNvPr>
          <p:cNvGraphicFramePr>
            <a:graphicFrameLocks noChangeAspect="1"/>
          </p:cNvGraphicFramePr>
          <p:nvPr>
            <p:extLst>
              <p:ext uri="{D42A27DB-BD31-4B8C-83A1-F6EECF244321}">
                <p14:modId xmlns:p14="http://schemas.microsoft.com/office/powerpoint/2010/main" val="452939686"/>
              </p:ext>
            </p:extLst>
          </p:nvPr>
        </p:nvGraphicFramePr>
        <p:xfrm>
          <a:off x="2215280" y="1384042"/>
          <a:ext cx="6194695" cy="1456759"/>
        </p:xfrm>
        <a:graphic>
          <a:graphicData uri="http://schemas.openxmlformats.org/presentationml/2006/ole">
            <mc:AlternateContent xmlns:mc="http://schemas.openxmlformats.org/markup-compatibility/2006">
              <mc:Choice xmlns:v="urn:schemas-microsoft-com:vml" Requires="v">
                <p:oleObj name="Equation" r:id="rId4" imgW="4253568" imgH="999381" progId="Equation.DSMT4">
                  <p:embed/>
                </p:oleObj>
              </mc:Choice>
              <mc:Fallback>
                <p:oleObj name="Equation" r:id="rId4" imgW="4253568" imgH="999381" progId="Equation.DSMT4">
                  <p:embed/>
                  <p:pic>
                    <p:nvPicPr>
                      <p:cNvPr id="2" name="对象 1">
                        <a:extLst>
                          <a:ext uri="{FF2B5EF4-FFF2-40B4-BE49-F238E27FC236}">
                            <a16:creationId xmlns:a16="http://schemas.microsoft.com/office/drawing/2014/main" id="{BCCEFD7F-3526-50B0-8580-D54C35D2EF89}"/>
                          </a:ext>
                        </a:extLst>
                      </p:cNvPr>
                      <p:cNvPicPr/>
                      <p:nvPr/>
                    </p:nvPicPr>
                    <p:blipFill>
                      <a:blip r:embed="rId5"/>
                      <a:stretch>
                        <a:fillRect/>
                      </a:stretch>
                    </p:blipFill>
                    <p:spPr>
                      <a:xfrm>
                        <a:off x="2215280" y="1384042"/>
                        <a:ext cx="6194695" cy="1456759"/>
                      </a:xfrm>
                      <a:prstGeom prst="rect">
                        <a:avLst/>
                      </a:prstGeom>
                    </p:spPr>
                  </p:pic>
                </p:oleObj>
              </mc:Fallback>
            </mc:AlternateContent>
          </a:graphicData>
        </a:graphic>
      </p:graphicFrame>
      <p:pic>
        <p:nvPicPr>
          <p:cNvPr id="5" name="图片 4">
            <a:extLst>
              <a:ext uri="{FF2B5EF4-FFF2-40B4-BE49-F238E27FC236}">
                <a16:creationId xmlns:a16="http://schemas.microsoft.com/office/drawing/2014/main" id="{AEDBFA88-E5BB-E80B-9F39-DA7C3BDAB315}"/>
              </a:ext>
            </a:extLst>
          </p:cNvPr>
          <p:cNvPicPr>
            <a:picLocks noChangeAspect="1"/>
          </p:cNvPicPr>
          <p:nvPr/>
        </p:nvPicPr>
        <p:blipFill rotWithShape="1">
          <a:blip r:embed="rId6">
            <a:extLst>
              <a:ext uri="{28A0092B-C50C-407E-A947-70E740481C1C}">
                <a14:useLocalDpi xmlns:a14="http://schemas.microsoft.com/office/drawing/2010/main" val="0"/>
              </a:ext>
            </a:extLst>
          </a:blip>
          <a:srcRect l="1776" t="4209" r="5208"/>
          <a:stretch/>
        </p:blipFill>
        <p:spPr bwMode="auto">
          <a:xfrm>
            <a:off x="1355398" y="3289042"/>
            <a:ext cx="3658115" cy="2824693"/>
          </a:xfrm>
          <a:prstGeom prst="rect">
            <a:avLst/>
          </a:prstGeom>
          <a:noFill/>
          <a:ln>
            <a:noFill/>
          </a:ln>
          <a:extLst>
            <a:ext uri="{53640926-AAD7-44D8-BBD7-CCE9431645EC}">
              <a14:shadowObscured xmlns:a14="http://schemas.microsoft.com/office/drawing/2010/main"/>
            </a:ext>
          </a:extLst>
        </p:spPr>
      </p:pic>
      <p:pic>
        <p:nvPicPr>
          <p:cNvPr id="6" name="图片 5">
            <a:extLst>
              <a:ext uri="{FF2B5EF4-FFF2-40B4-BE49-F238E27FC236}">
                <a16:creationId xmlns:a16="http://schemas.microsoft.com/office/drawing/2014/main" id="{3AC1401C-4BC7-E962-48A0-902319073BE5}"/>
              </a:ext>
            </a:extLst>
          </p:cNvPr>
          <p:cNvPicPr>
            <a:picLocks noChangeAspect="1"/>
          </p:cNvPicPr>
          <p:nvPr/>
        </p:nvPicPr>
        <p:blipFill rotWithShape="1">
          <a:blip r:embed="rId7">
            <a:extLst>
              <a:ext uri="{28A0092B-C50C-407E-A947-70E740481C1C}">
                <a14:useLocalDpi xmlns:a14="http://schemas.microsoft.com/office/drawing/2010/main" val="0"/>
              </a:ext>
            </a:extLst>
          </a:blip>
          <a:srcRect l="2492" t="3322" r="5330"/>
          <a:stretch/>
        </p:blipFill>
        <p:spPr bwMode="auto">
          <a:xfrm>
            <a:off x="6220398" y="3289042"/>
            <a:ext cx="3414320" cy="2685873"/>
          </a:xfrm>
          <a:prstGeom prst="rect">
            <a:avLst/>
          </a:prstGeom>
          <a:noFill/>
          <a:ln>
            <a:noFill/>
          </a:ln>
          <a:extLst>
            <a:ext uri="{53640926-AAD7-44D8-BBD7-CCE9431645EC}">
              <a14:shadowObscured xmlns:a14="http://schemas.microsoft.com/office/drawing/2010/main"/>
            </a:ext>
          </a:extLst>
        </p:spPr>
      </p:pic>
      <p:sp>
        <p:nvSpPr>
          <p:cNvPr id="10" name="文本框 9">
            <a:extLst>
              <a:ext uri="{FF2B5EF4-FFF2-40B4-BE49-F238E27FC236}">
                <a16:creationId xmlns:a16="http://schemas.microsoft.com/office/drawing/2014/main" id="{05346EC3-42E4-A232-94A4-E386E63C630E}"/>
              </a:ext>
            </a:extLst>
          </p:cNvPr>
          <p:cNvSpPr txBox="1"/>
          <p:nvPr/>
        </p:nvSpPr>
        <p:spPr>
          <a:xfrm>
            <a:off x="1966557" y="6227612"/>
            <a:ext cx="271817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(a) 0~400℃SSE</a:t>
            </a: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系数</a:t>
            </a:r>
          </a:p>
        </p:txBody>
      </p:sp>
      <p:sp>
        <p:nvSpPr>
          <p:cNvPr id="11" name="文本框 10">
            <a:extLst>
              <a:ext uri="{FF2B5EF4-FFF2-40B4-BE49-F238E27FC236}">
                <a16:creationId xmlns:a16="http://schemas.microsoft.com/office/drawing/2014/main" id="{12A26807-B72B-907A-9CFA-7DB6AB42D8B8}"/>
              </a:ext>
            </a:extLst>
          </p:cNvPr>
          <p:cNvSpPr txBox="1"/>
          <p:nvPr/>
        </p:nvSpPr>
        <p:spPr>
          <a:xfrm>
            <a:off x="6741062" y="6227612"/>
            <a:ext cx="271817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(b) 100~400℃SSE</a:t>
            </a: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系数</a:t>
            </a:r>
          </a:p>
        </p:txBody>
      </p:sp>
    </p:spTree>
    <p:extLst>
      <p:ext uri="{BB962C8B-B14F-4D97-AF65-F5344CB8AC3E}">
        <p14:creationId xmlns:p14="http://schemas.microsoft.com/office/powerpoint/2010/main" val="191420303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F066C-DFF2-62DA-CFC2-73520BA2D2BD}"/>
            </a:ext>
          </a:extLst>
        </p:cNvPr>
        <p:cNvGrpSpPr/>
        <p:nvPr/>
      </p:nvGrpSpPr>
      <p:grpSpPr>
        <a:xfrm>
          <a:off x="0" y="0"/>
          <a:ext cx="0" cy="0"/>
          <a:chOff x="0" y="0"/>
          <a:chExt cx="0" cy="0"/>
        </a:xfrm>
      </p:grpSpPr>
      <p:pic>
        <p:nvPicPr>
          <p:cNvPr id="16388" name="Picture 9">
            <a:extLst>
              <a:ext uri="{FF2B5EF4-FFF2-40B4-BE49-F238E27FC236}">
                <a16:creationId xmlns:a16="http://schemas.microsoft.com/office/drawing/2014/main" id="{BC9BDEA3-1A4C-9EDA-FE51-0C54ED4B3077}"/>
              </a:ext>
            </a:extLst>
          </p:cNvPr>
          <p:cNvPicPr>
            <a:picLocks noChangeAspect="1"/>
          </p:cNvPicPr>
          <p:nvPr/>
        </p:nvPicPr>
        <p:blipFill>
          <a:blip r:embed="rId3"/>
          <a:stretch>
            <a:fillRect/>
          </a:stretch>
        </p:blipFill>
        <p:spPr>
          <a:xfrm>
            <a:off x="351639" y="76671"/>
            <a:ext cx="1186062" cy="432826"/>
          </a:xfrm>
          <a:prstGeom prst="rect">
            <a:avLst/>
          </a:prstGeom>
          <a:noFill/>
          <a:ln w="9525">
            <a:noFill/>
          </a:ln>
        </p:spPr>
      </p:pic>
      <p:sp>
        <p:nvSpPr>
          <p:cNvPr id="12" name="Rectangle 7">
            <a:extLst>
              <a:ext uri="{FF2B5EF4-FFF2-40B4-BE49-F238E27FC236}">
                <a16:creationId xmlns:a16="http://schemas.microsoft.com/office/drawing/2014/main" id="{DC3F7D70-A6AE-FCF9-BA10-45A4079E453A}"/>
              </a:ext>
            </a:extLst>
          </p:cNvPr>
          <p:cNvSpPr>
            <a:spLocks noChangeArrowheads="1"/>
          </p:cNvSpPr>
          <p:nvPr/>
        </p:nvSpPr>
        <p:spPr bwMode="auto">
          <a:xfrm>
            <a:off x="601220" y="-188372"/>
            <a:ext cx="141335" cy="37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952" tIns="34976" rIns="69952" bIns="34976" numCol="1" anchor="ctr" anchorCtr="0" compatLnSpc="1">
            <a:prstTxWarp prst="textNoShape">
              <a:avLst/>
            </a:prstTxWarp>
            <a:spAutoFit/>
          </a:bodyPr>
          <a:lstStyle/>
          <a:p>
            <a:pPr marL="0" marR="0" lvl="0" indent="0" algn="l" defTabSz="1019769" rtl="0" eaLnBrk="1" fontAlgn="auto" latinLnBrk="0" hangingPunct="1">
              <a:lnSpc>
                <a:spcPct val="100000"/>
              </a:lnSpc>
              <a:spcBef>
                <a:spcPts val="0"/>
              </a:spcBef>
              <a:spcAft>
                <a:spcPts val="0"/>
              </a:spcAft>
              <a:buClrTx/>
              <a:buSzTx/>
              <a:buFontTx/>
              <a:buNone/>
              <a:tabLst/>
              <a:defRPr/>
            </a:pPr>
            <a:endParaRPr kumimoji="0" lang="zh-CN" altLang="en-US" sz="1989" b="0" i="0" u="none" strike="noStrike" kern="1200" cap="none" spc="0" normalizeH="0" baseline="0" noProof="0">
              <a:ln>
                <a:noFill/>
              </a:ln>
              <a:solidFill>
                <a:srgbClr val="000000"/>
              </a:solidFill>
              <a:effectLst/>
              <a:uLnTx/>
              <a:uFillTx/>
              <a:latin typeface="Arial"/>
              <a:ea typeface="微软雅黑"/>
              <a:cs typeface="+mn-cs"/>
            </a:endParaRPr>
          </a:p>
        </p:txBody>
      </p:sp>
      <p:pic>
        <p:nvPicPr>
          <p:cNvPr id="5" name="图片 4">
            <a:extLst>
              <a:ext uri="{FF2B5EF4-FFF2-40B4-BE49-F238E27FC236}">
                <a16:creationId xmlns:a16="http://schemas.microsoft.com/office/drawing/2014/main" id="{539A366F-D00D-2196-AAB8-580DB0F168E5}"/>
              </a:ext>
            </a:extLst>
          </p:cNvPr>
          <p:cNvPicPr>
            <a:picLocks noChangeAspect="1"/>
          </p:cNvPicPr>
          <p:nvPr/>
        </p:nvPicPr>
        <p:blipFill rotWithShape="1">
          <a:blip r:embed="rId4"/>
          <a:srcRect l="5325" r="7529" b="4229"/>
          <a:stretch/>
        </p:blipFill>
        <p:spPr bwMode="auto">
          <a:xfrm>
            <a:off x="601220" y="1255413"/>
            <a:ext cx="4554256" cy="3617714"/>
          </a:xfrm>
          <a:prstGeom prst="rect">
            <a:avLst/>
          </a:prstGeom>
          <a:ln>
            <a:noFill/>
          </a:ln>
          <a:extLst>
            <a:ext uri="{53640926-AAD7-44D8-BBD7-CCE9431645EC}">
              <a14:shadowObscured xmlns:a14="http://schemas.microsoft.com/office/drawing/2010/main"/>
            </a:ext>
          </a:extLst>
        </p:spPr>
      </p:pic>
      <p:sp>
        <p:nvSpPr>
          <p:cNvPr id="9" name="文本框 8">
            <a:extLst>
              <a:ext uri="{FF2B5EF4-FFF2-40B4-BE49-F238E27FC236}">
                <a16:creationId xmlns:a16="http://schemas.microsoft.com/office/drawing/2014/main" id="{925CDE03-C30D-FB74-E3C1-ABE61C511F99}"/>
              </a:ext>
            </a:extLst>
          </p:cNvPr>
          <p:cNvSpPr txBox="1"/>
          <p:nvPr/>
        </p:nvSpPr>
        <p:spPr>
          <a:xfrm>
            <a:off x="7556326" y="5233255"/>
            <a:ext cx="25401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b</a:t>
            </a:r>
            <a:r>
              <a:rPr kumimoji="0" lang="zh-CN"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）修正后温度误差</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4" name="文本框 13">
            <a:extLst>
              <a:ext uri="{FF2B5EF4-FFF2-40B4-BE49-F238E27FC236}">
                <a16:creationId xmlns:a16="http://schemas.microsoft.com/office/drawing/2014/main" id="{5D7D3D75-6D8D-9A80-27BE-620F7BE8D286}"/>
              </a:ext>
            </a:extLst>
          </p:cNvPr>
          <p:cNvSpPr txBox="1"/>
          <p:nvPr/>
        </p:nvSpPr>
        <p:spPr>
          <a:xfrm>
            <a:off x="1230682" y="5253164"/>
            <a:ext cx="609391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(a)	</a:t>
            </a: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修正前温度误差</a:t>
            </a:r>
          </a:p>
        </p:txBody>
      </p:sp>
      <p:pic>
        <p:nvPicPr>
          <p:cNvPr id="2" name="图片 1">
            <a:extLst>
              <a:ext uri="{FF2B5EF4-FFF2-40B4-BE49-F238E27FC236}">
                <a16:creationId xmlns:a16="http://schemas.microsoft.com/office/drawing/2014/main" id="{33D96469-1FF1-BB8C-68BE-F60A5AC82415}"/>
              </a:ext>
            </a:extLst>
          </p:cNvPr>
          <p:cNvPicPr>
            <a:picLocks noChangeAspect="1"/>
          </p:cNvPicPr>
          <p:nvPr/>
        </p:nvPicPr>
        <p:blipFill rotWithShape="1">
          <a:blip r:embed="rId5"/>
          <a:srcRect l="5481" r="6831" b="5028"/>
          <a:stretch/>
        </p:blipFill>
        <p:spPr bwMode="auto">
          <a:xfrm>
            <a:off x="6422719" y="1474062"/>
            <a:ext cx="4584375" cy="358908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1397526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0CFAC-03A7-F09E-18A3-B479052FB439}"/>
            </a:ext>
          </a:extLst>
        </p:cNvPr>
        <p:cNvGrpSpPr/>
        <p:nvPr/>
      </p:nvGrpSpPr>
      <p:grpSpPr>
        <a:xfrm>
          <a:off x="0" y="0"/>
          <a:ext cx="0" cy="0"/>
          <a:chOff x="0" y="0"/>
          <a:chExt cx="0" cy="0"/>
        </a:xfrm>
      </p:grpSpPr>
      <p:pic>
        <p:nvPicPr>
          <p:cNvPr id="16388" name="Picture 9">
            <a:extLst>
              <a:ext uri="{FF2B5EF4-FFF2-40B4-BE49-F238E27FC236}">
                <a16:creationId xmlns:a16="http://schemas.microsoft.com/office/drawing/2014/main" id="{81A41183-6C30-1890-0FEB-14C7A7A87902}"/>
              </a:ext>
            </a:extLst>
          </p:cNvPr>
          <p:cNvPicPr>
            <a:picLocks noChangeAspect="1"/>
          </p:cNvPicPr>
          <p:nvPr/>
        </p:nvPicPr>
        <p:blipFill>
          <a:blip r:embed="rId3"/>
          <a:stretch>
            <a:fillRect/>
          </a:stretch>
        </p:blipFill>
        <p:spPr>
          <a:xfrm>
            <a:off x="351639" y="76671"/>
            <a:ext cx="1186062" cy="432826"/>
          </a:xfrm>
          <a:prstGeom prst="rect">
            <a:avLst/>
          </a:prstGeom>
          <a:noFill/>
          <a:ln w="9525">
            <a:noFill/>
          </a:ln>
        </p:spPr>
      </p:pic>
      <p:sp>
        <p:nvSpPr>
          <p:cNvPr id="12" name="Rectangle 7">
            <a:extLst>
              <a:ext uri="{FF2B5EF4-FFF2-40B4-BE49-F238E27FC236}">
                <a16:creationId xmlns:a16="http://schemas.microsoft.com/office/drawing/2014/main" id="{977A2E6D-121E-909B-A992-258057042010}"/>
              </a:ext>
            </a:extLst>
          </p:cNvPr>
          <p:cNvSpPr>
            <a:spLocks noChangeArrowheads="1"/>
          </p:cNvSpPr>
          <p:nvPr/>
        </p:nvSpPr>
        <p:spPr bwMode="auto">
          <a:xfrm>
            <a:off x="601220" y="-188372"/>
            <a:ext cx="141335" cy="37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952" tIns="34976" rIns="69952" bIns="34976" numCol="1" anchor="ctr" anchorCtr="0" compatLnSpc="1">
            <a:prstTxWarp prst="textNoShape">
              <a:avLst/>
            </a:prstTxWarp>
            <a:spAutoFit/>
          </a:bodyPr>
          <a:lstStyle/>
          <a:p>
            <a:pPr marL="0" marR="0" lvl="0" indent="0" algn="l" defTabSz="1019769" rtl="0" eaLnBrk="1" fontAlgn="auto" latinLnBrk="0" hangingPunct="1">
              <a:lnSpc>
                <a:spcPct val="100000"/>
              </a:lnSpc>
              <a:spcBef>
                <a:spcPts val="0"/>
              </a:spcBef>
              <a:spcAft>
                <a:spcPts val="0"/>
              </a:spcAft>
              <a:buClrTx/>
              <a:buSzTx/>
              <a:buFontTx/>
              <a:buNone/>
              <a:tabLst/>
              <a:defRPr/>
            </a:pPr>
            <a:endParaRPr kumimoji="0" lang="zh-CN" altLang="en-US" sz="1989" b="0" i="0" u="none" strike="noStrike" kern="1200" cap="none" spc="0" normalizeH="0" baseline="0" noProof="0">
              <a:ln>
                <a:noFill/>
              </a:ln>
              <a:solidFill>
                <a:srgbClr val="000000"/>
              </a:solidFill>
              <a:effectLst/>
              <a:uLnTx/>
              <a:uFillTx/>
              <a:latin typeface="Arial"/>
              <a:ea typeface="微软雅黑"/>
              <a:cs typeface="+mn-cs"/>
            </a:endParaRPr>
          </a:p>
        </p:txBody>
      </p:sp>
      <p:sp>
        <p:nvSpPr>
          <p:cNvPr id="6" name="文本框 5">
            <a:extLst>
              <a:ext uri="{FF2B5EF4-FFF2-40B4-BE49-F238E27FC236}">
                <a16:creationId xmlns:a16="http://schemas.microsoft.com/office/drawing/2014/main" id="{701A9883-B1E2-0AAD-65A8-24201C8A2F92}"/>
              </a:ext>
            </a:extLst>
          </p:cNvPr>
          <p:cNvSpPr txBox="1"/>
          <p:nvPr/>
        </p:nvSpPr>
        <p:spPr>
          <a:xfrm>
            <a:off x="944670" y="1523061"/>
            <a:ext cx="9641910" cy="3811877"/>
          </a:xfrm>
          <a:prstGeom prst="rect">
            <a:avLst/>
          </a:prstGeom>
          <a:noFill/>
        </p:spPr>
        <p:txBody>
          <a:bodyPr wrap="square">
            <a:spAutoFit/>
          </a:bodyPr>
          <a:lstStyle/>
          <a:p>
            <a:pPr marL="0" marR="0" lvl="0" indent="127000" algn="l" defTabSz="914400" rtl="0" eaLnBrk="1" fontAlgn="auto" latinLnBrk="0" hangingPunct="1">
              <a:lnSpc>
                <a:spcPct val="200000"/>
              </a:lnSpc>
              <a:spcBef>
                <a:spcPts val="0"/>
              </a:spcBef>
              <a:spcAft>
                <a:spcPts val="0"/>
              </a:spcAft>
              <a:buClrTx/>
              <a:buSzTx/>
              <a:buFontTx/>
              <a:buNone/>
              <a:tabLst/>
              <a:defRPr/>
            </a:pPr>
            <a:r>
              <a:rPr kumimoji="0" lang="zh-CN" altLang="zh-CN" sz="24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后续改进方向：</a:t>
            </a:r>
            <a:endPar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304800" algn="just" defTabSz="914400" rtl="0" eaLnBrk="1" fontAlgn="auto" latinLnBrk="0" hangingPunct="1">
              <a:lnSpc>
                <a:spcPct val="200000"/>
              </a:lnSpc>
              <a:spcBef>
                <a:spcPts val="0"/>
              </a:spcBef>
              <a:spcAft>
                <a:spcPts val="0"/>
              </a:spcAft>
              <a:buClrTx/>
              <a:buSzTx/>
              <a:buFontTx/>
              <a:buNone/>
              <a:tabLst/>
              <a:defRPr/>
            </a:pPr>
            <a:r>
              <a:rPr kumimoji="0" lang="zh-CN" altLang="zh-CN" sz="200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zh-CN" sz="200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）现阶段针对黑体圆形靶面进行测试，对于不规则目标物体是否适用？</a:t>
            </a:r>
          </a:p>
          <a:p>
            <a:pPr marL="0" marR="0" lvl="0" indent="304800" algn="just" defTabSz="914400" rtl="0" eaLnBrk="1" fontAlgn="auto" latinLnBrk="0" hangingPunct="1">
              <a:lnSpc>
                <a:spcPct val="200000"/>
              </a:lnSpc>
              <a:spcBef>
                <a:spcPts val="0"/>
              </a:spcBef>
              <a:spcAft>
                <a:spcPts val="0"/>
              </a:spcAft>
              <a:buClrTx/>
              <a:buSzTx/>
              <a:buFontTx/>
              <a:buNone/>
              <a:tabLst/>
              <a:defRPr/>
            </a:pPr>
            <a:r>
              <a:rPr kumimoji="0" lang="zh-CN" altLang="zh-CN" sz="200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zh-CN" sz="200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）上述研究需要统计目标物体像素点个数，实际应用中如何统计目标物体的像素点个数？</a:t>
            </a:r>
          </a:p>
          <a:p>
            <a:pPr marL="0" marR="0" lvl="0" indent="304800" algn="just" defTabSz="914400" rtl="0" eaLnBrk="1" fontAlgn="auto" latinLnBrk="0" hangingPunct="1">
              <a:lnSpc>
                <a:spcPct val="200000"/>
              </a:lnSpc>
              <a:spcBef>
                <a:spcPts val="0"/>
              </a:spcBef>
              <a:spcAft>
                <a:spcPts val="0"/>
              </a:spcAft>
              <a:buClrTx/>
              <a:buSzTx/>
              <a:buFontTx/>
              <a:buNone/>
              <a:tabLst/>
              <a:defRPr/>
            </a:pPr>
            <a:r>
              <a:rPr kumimoji="0" lang="zh-CN" altLang="zh-CN" sz="20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zh-CN" altLang="zh-CN" sz="20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）目标物体温度与环温接近时，修正效果不明显。</a:t>
            </a:r>
            <a:endParaRPr kumimoji="0" lang="en-US" altLang="zh-CN" sz="20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304800" algn="just" defTabSz="914400" rtl="0" eaLnBrk="1" fontAlgn="auto" latinLnBrk="0" hangingPunct="1">
              <a:lnSpc>
                <a:spcPct val="200000"/>
              </a:lnSpc>
              <a:spcBef>
                <a:spcPts val="0"/>
              </a:spcBef>
              <a:spcAft>
                <a:spcPts val="0"/>
              </a:spcAft>
              <a:buClrTx/>
              <a:buSzTx/>
              <a:buFontTx/>
              <a:buNone/>
              <a:tabLst/>
              <a:defRPr/>
            </a:pP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）不同黑体源之间是否适用还需验证。</a:t>
            </a:r>
            <a:endParaRPr kumimoji="0" lang="zh-CN" altLang="en-US" sz="2000" i="0" u="none" strike="noStrike" kern="1200" cap="none" spc="0" normalizeH="0" baseline="0" noProof="0" dirty="0">
              <a:ln>
                <a:noFill/>
              </a:ln>
              <a:solidFill>
                <a:srgbClr val="000000"/>
              </a:solidFill>
              <a:effectLst/>
              <a:uLnTx/>
              <a:uFillTx/>
              <a:latin typeface="Arial"/>
              <a:ea typeface="微软雅黑"/>
              <a:cs typeface="+mn-cs"/>
            </a:endParaRPr>
          </a:p>
        </p:txBody>
      </p:sp>
    </p:spTree>
    <p:extLst>
      <p:ext uri="{BB962C8B-B14F-4D97-AF65-F5344CB8AC3E}">
        <p14:creationId xmlns:p14="http://schemas.microsoft.com/office/powerpoint/2010/main" val="23213201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高德智感">
      <a:dk1>
        <a:srgbClr val="000000"/>
      </a:dk1>
      <a:lt1>
        <a:srgbClr val="F5F5F5"/>
      </a:lt1>
      <a:dk2>
        <a:srgbClr val="C90915"/>
      </a:dk2>
      <a:lt2>
        <a:srgbClr val="B4B4B4"/>
      </a:lt2>
      <a:accent1>
        <a:srgbClr val="FFF100"/>
      </a:accent1>
      <a:accent2>
        <a:srgbClr val="6A258A"/>
      </a:accent2>
      <a:accent3>
        <a:srgbClr val="3D9740"/>
      </a:accent3>
      <a:accent4>
        <a:srgbClr val="E62E8B"/>
      </a:accent4>
      <a:accent5>
        <a:srgbClr val="1D50A2"/>
      </a:accent5>
      <a:accent6>
        <a:srgbClr val="FFFFFF"/>
      </a:accent6>
      <a:hlink>
        <a:srgbClr val="000099"/>
      </a:hlink>
      <a:folHlink>
        <a:srgbClr val="5F5F5F"/>
      </a:folHlink>
    </a:clrScheme>
    <a:fontScheme name="高德红外">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412</Words>
  <Application>Microsoft Office PowerPoint</Application>
  <PresentationFormat>宽屏</PresentationFormat>
  <Paragraphs>33</Paragraphs>
  <Slides>9</Slides>
  <Notes>8</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9</vt:i4>
      </vt:variant>
    </vt:vector>
  </HeadingPairs>
  <TitlesOfParts>
    <vt:vector size="21" baseType="lpstr">
      <vt:lpstr>等线</vt:lpstr>
      <vt:lpstr>等线 Light</vt:lpstr>
      <vt:lpstr>隶书</vt:lpstr>
      <vt:lpstr>微软雅黑</vt:lpstr>
      <vt:lpstr>微软雅黑 Light</vt:lpstr>
      <vt:lpstr>Arial</vt:lpstr>
      <vt:lpstr>Calibri</vt:lpstr>
      <vt:lpstr>Cambria Math</vt:lpstr>
      <vt:lpstr>Times New Roman</vt:lpstr>
      <vt:lpstr>Office 主题​​</vt:lpstr>
      <vt:lpstr>2_Office 主题</vt:lpstr>
      <vt:lpstr>Equation</vt:lpstr>
      <vt:lpstr>PowerPoint 演示文稿</vt:lpstr>
      <vt:lpstr>PowerPoint 演示文稿</vt:lpstr>
      <vt:lpstr>PowerPoint 演示文稿</vt:lpstr>
      <vt:lpstr>PowerPoint 演示文稿</vt:lpstr>
      <vt:lpstr>PowerPoint 演示文稿</vt:lpstr>
      <vt:lpstr>海康距离修正</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文松 王</dc:creator>
  <cp:lastModifiedBy>文松 王</cp:lastModifiedBy>
  <cp:revision>10</cp:revision>
  <dcterms:created xsi:type="dcterms:W3CDTF">2024-03-21T03:23:47Z</dcterms:created>
  <dcterms:modified xsi:type="dcterms:W3CDTF">2024-05-15T05:13:58Z</dcterms:modified>
</cp:coreProperties>
</file>