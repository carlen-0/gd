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0" r:id="rId4"/>
    <p:sldId id="261" r:id="rId5"/>
    <p:sldId id="257" r:id="rId6"/>
    <p:sldId id="25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B425A44-92EA-6FB1-A023-63E429FAC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747" y="737262"/>
            <a:ext cx="5536655" cy="235847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1911212-189B-A995-70EE-813770EDB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218" y="3638479"/>
            <a:ext cx="4663695" cy="2949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6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2336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5598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526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917EB06-218B-CF43-6CF0-2FDF05FFF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031" y="829309"/>
            <a:ext cx="4909909" cy="496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018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8ACD810-55E5-F61D-AA6B-6D79C464E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525" y="1329895"/>
            <a:ext cx="5334000" cy="40005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AD069F0-915E-DBF0-B831-90A212B22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29895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209170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0</Words>
  <Application>Microsoft Office PowerPoint</Application>
  <PresentationFormat>宽屏</PresentationFormat>
  <Paragraphs>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9" baseType="lpstr"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王文松-互联网</dc:creator>
  <cp:lastModifiedBy>王文松-互联网</cp:lastModifiedBy>
  <cp:revision>9</cp:revision>
  <dcterms:created xsi:type="dcterms:W3CDTF">2023-08-09T12:44:55Z</dcterms:created>
  <dcterms:modified xsi:type="dcterms:W3CDTF">2024-10-09T07:28:31Z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