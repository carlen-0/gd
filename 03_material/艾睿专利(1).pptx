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2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4BC804-0401-A910-982C-9096B0264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BE5281-B46E-9C32-B1F4-AA9B2E26B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BE143-85D2-991C-A66C-96BC8BBE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28FD6-4637-D850-A688-FA75219C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24853-C8CF-1D08-F9E1-04E171ED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59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CD9BD-61E2-A71E-E3E2-5ADCFC4D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A9FF7-9A0D-5CA6-8009-12BCC6B15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4558AA-703A-9687-CB63-F4C70B61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D395DB-BB7C-6DC7-DE55-463A26C3E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100740-C416-E056-27F6-3C2D4FCA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7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94FE11-9515-4221-1465-8A93CF4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9566DF-901C-414F-D9AC-80B915024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A9D98-C266-53B7-B321-D25B8562C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F7711-82A8-9704-8D57-C5996685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29BCCE-0891-545C-1F7D-0DCBF59E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3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4A88E-FAF3-92B8-E542-9DEE5795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D8B8C0-A82A-7A1A-1331-0B83EF882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83757F-3325-0FB9-B77B-F23FF779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A4C7D9-458C-0F77-031A-851DE258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28996A-D2E8-88B3-F81D-FD8B8000D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4998AD-4AF9-962F-B4D0-45AAAEEF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495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E51544-4B5D-D46A-2867-C8413ED9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C6A029-095F-1FA7-DE61-BD936BD34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EB343F-DD85-5756-1D64-B92D037D3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1896FE-73F6-C675-A72D-2CC67CFEB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7A0451-0062-0076-47C4-FFFF3CC5D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3A2CE8-E1FB-2116-891A-C137E915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5B2806-42BC-F461-13A9-151BF89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6E0AB8-16CD-59DC-7547-7B378C11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66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AABCCA-D6FE-F222-5082-D6522E46B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585929-EE54-DAC6-C309-64AB7DE5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F1364F-DA19-FAF0-4E44-FB282EA3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039185-E623-453C-9CFB-DE14E4A6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2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67B656-0342-1553-A8E8-4AF8AB01F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9E2DF7-0978-DB85-DDB4-0513BE72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1F93C1-6B64-E170-11EF-4EE7E8EF3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471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CAC0D-6649-8E01-3464-447012F5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2B0794-AD67-7143-73ED-83FCD26A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61AA24-11CD-DA1D-4A2D-5307F9B34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C839C6-0B37-926B-57C6-88822C5A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0829B5-804D-2C37-648B-14DBF264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EC988-23C3-5967-7313-AB2A4333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41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AEAC5-3879-F01C-87B2-1F16848C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AEBB8B-759F-5643-4AAE-4427997D0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B237026-A594-26A5-F35B-0F5F197B2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C1A55F-49A3-CBE0-4B97-9F482C9CA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A5ADC3-34AC-E46F-E3BB-C37B5ABB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B1F2EF-F36F-9A17-F92E-14A35D9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27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62F18-4A5E-8422-1866-59ED4E26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47D1CD-7BC8-0975-260D-C0A599523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3451C6-52A1-E9AE-9BAD-4920F178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983B9-0BE4-A84F-CE2E-72A577F8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A8FA6C-4887-1E24-7DDC-2A4F7142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31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3CBEBF-7D47-5E6C-8A2B-ADCC4CC67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786A13-577A-A3E6-099F-73E3C3F43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01D7DC-3AF3-3DF6-1FFB-CB18051C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D80D1-5B81-6DC4-D1CC-35732D1C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4FB043-BA03-8CA5-6E7C-DD3CB723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12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32FB6-26BA-A289-EA3B-3DAB1EC3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D7EA30-F8F9-02FE-268C-D397DBCAC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D4D273-52D9-1DF5-93DA-DBDE1FC3D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5FAEA-4942-4BF5-BD9A-81478F941DC9}" type="datetimeFigureOut">
              <a:rPr lang="zh-CN" altLang="en-US" smtClean="0"/>
              <a:t>2024/8/5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7E83B-DDA6-D729-FB67-CBC80F5FE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B8A0F-ECBE-C88E-6C8D-A87C467BF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A9B13-0F83-4F85-A0D5-A3E8C55A6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36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78AD398-9E51-E556-910D-8A573C29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82" y="1086282"/>
            <a:ext cx="580072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4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B0D1C9-5AFF-6B04-116D-95035BCCB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91" y="186604"/>
            <a:ext cx="5712836" cy="61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5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47C61E-D8FE-AB59-12E8-B05ED45FF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32" y="650298"/>
            <a:ext cx="4152900" cy="50863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366F1CF-D379-B463-8ECF-6127CA842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587" y="560243"/>
            <a:ext cx="3857625" cy="1066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66C6E2-4FE7-4A9B-636F-5CF151C1C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912" y="1937038"/>
            <a:ext cx="4305300" cy="34480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906E4C-7BFC-6A38-D6A6-3A86A15AD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190" y="5560868"/>
            <a:ext cx="5400675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24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王文松-互联网</dc:creator>
  <cp:lastModifiedBy>王文松-互联网</cp:lastModifiedBy>
  <cp:revision>2</cp:revision>
  <dcterms:created xsi:type="dcterms:W3CDTF">2024-08-05T07:55:18Z</dcterms:created>
  <dcterms:modified xsi:type="dcterms:W3CDTF">2024-08-05T08:00:09Z</dcterms:modified>
</cp:coreProperties>
</file>