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6" r:id="rId5"/>
    <p:sldId id="257" r:id="rId6"/>
    <p:sldId id="258" r:id="rId7"/>
    <p:sldId id="259" r:id="rId8"/>
    <p:sldId id="260" r:id="rId9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2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4"/>
        <p:guide pos="287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34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../media/image6.png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23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image" Target="../media/image6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../media/image6.png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5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1460" y="1052830"/>
            <a:ext cx="4004945" cy="42722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27855" y="1700530"/>
            <a:ext cx="4589145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097" name="图片 1" descr="a05e215a24a307f9aee17ce9f6659d9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1052830"/>
            <a:ext cx="3188335" cy="424878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0" y="1353185"/>
            <a:ext cx="3883660" cy="3501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73455" y="3213100"/>
            <a:ext cx="2878455" cy="216598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189355" y="2636520"/>
            <a:ext cx="647700" cy="72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7239000" y="4229735"/>
            <a:ext cx="1656080" cy="2376170"/>
            <a:chOff x="11395" y="524"/>
            <a:chExt cx="2608" cy="3742"/>
          </a:xfrm>
        </p:grpSpPr>
        <p:sp>
          <p:nvSpPr>
            <p:cNvPr id="2" name="矩形 1"/>
            <p:cNvSpPr/>
            <p:nvPr/>
          </p:nvSpPr>
          <p:spPr>
            <a:xfrm>
              <a:off x="11395" y="524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12185" y="1772"/>
              <a:ext cx="1028" cy="1133"/>
            </a:xfrm>
            <a:prstGeom prst="rect">
              <a:avLst/>
            </a:prstGeom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21790" y="1412875"/>
            <a:ext cx="1800225" cy="2376170"/>
            <a:chOff x="7653" y="2792"/>
            <a:chExt cx="2835" cy="3742"/>
          </a:xfrm>
        </p:grpSpPr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7653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7880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8674" y="3926"/>
              <a:ext cx="1028" cy="1133"/>
            </a:xfrm>
            <a:prstGeom prst="rect">
              <a:avLst/>
            </a:prstGeom>
            <a:effectLst>
              <a:innerShdw blurRad="114300">
                <a:prstClr val="black"/>
              </a:innerShdw>
              <a:softEdge rad="31750"/>
            </a:effectLst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0" name="直接箭头连接符 9"/>
          <p:cNvCxnSpPr/>
          <p:nvPr/>
        </p:nvCxnSpPr>
        <p:spPr>
          <a:xfrm flipV="1">
            <a:off x="2629535" y="2276475"/>
            <a:ext cx="1080770" cy="2336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709670" y="213296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样品材料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507990" y="2132965"/>
            <a:ext cx="1717675" cy="121285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179705" y="1412875"/>
            <a:ext cx="1156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加热装置</a:t>
            </a:r>
            <a:endParaRPr lang="zh-CN" altLang="en-US" b="1"/>
          </a:p>
        </p:txBody>
      </p:sp>
      <p:cxnSp>
        <p:nvCxnSpPr>
          <p:cNvPr id="13" name="直接箭头连接符 12"/>
          <p:cNvCxnSpPr/>
          <p:nvPr>
            <p:custDataLst>
              <p:tags r:id="rId9"/>
            </p:custDataLst>
          </p:nvPr>
        </p:nvCxnSpPr>
        <p:spPr>
          <a:xfrm flipH="1" flipV="1">
            <a:off x="1187450" y="1772920"/>
            <a:ext cx="720725" cy="1441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左弧形箭头 13"/>
          <p:cNvSpPr/>
          <p:nvPr/>
        </p:nvSpPr>
        <p:spPr>
          <a:xfrm rot="10800000">
            <a:off x="3131820" y="4293235"/>
            <a:ext cx="431800" cy="935990"/>
          </a:xfrm>
          <a:prstGeom prst="curvedRightArrow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683260" y="537337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转台</a:t>
            </a:r>
            <a:endParaRPr lang="zh-CN" altLang="en-US" b="1"/>
          </a:p>
        </p:txBody>
      </p:sp>
      <p:cxnSp>
        <p:nvCxnSpPr>
          <p:cNvPr id="20" name="直接箭头连接符 19"/>
          <p:cNvCxnSpPr/>
          <p:nvPr>
            <p:custDataLst>
              <p:tags r:id="rId11"/>
            </p:custDataLst>
          </p:nvPr>
        </p:nvCxnSpPr>
        <p:spPr>
          <a:xfrm flipV="1">
            <a:off x="1331595" y="4725670"/>
            <a:ext cx="791845" cy="7918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5940425" y="342074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热成像</a:t>
            </a:r>
            <a:endParaRPr lang="zh-CN" altLang="en-US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21535" y="3213100"/>
            <a:ext cx="2878455" cy="216598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337435" y="2636520"/>
            <a:ext cx="647700" cy="72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2769870" y="1412875"/>
            <a:ext cx="1800225" cy="2376170"/>
            <a:chOff x="7653" y="2792"/>
            <a:chExt cx="2835" cy="3742"/>
          </a:xfrm>
        </p:grpSpPr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7653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7880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8674" y="3926"/>
              <a:ext cx="1028" cy="1133"/>
            </a:xfrm>
            <a:prstGeom prst="rect">
              <a:avLst/>
            </a:prstGeom>
            <a:effectLst>
              <a:innerShdw blurRad="114300">
                <a:prstClr val="black"/>
              </a:innerShdw>
              <a:softEdge rad="31750"/>
            </a:effectLst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0" name="直接箭头连接符 9"/>
          <p:cNvCxnSpPr/>
          <p:nvPr/>
        </p:nvCxnSpPr>
        <p:spPr>
          <a:xfrm flipV="1">
            <a:off x="3777615" y="2276475"/>
            <a:ext cx="1080770" cy="2336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857750" y="213296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样品材料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656070" y="2132965"/>
            <a:ext cx="1717675" cy="121285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1327785" y="1412875"/>
            <a:ext cx="1156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加热装置</a:t>
            </a:r>
            <a:endParaRPr lang="zh-CN" altLang="en-US" b="1"/>
          </a:p>
        </p:txBody>
      </p:sp>
      <p:cxnSp>
        <p:nvCxnSpPr>
          <p:cNvPr id="13" name="直接箭头连接符 12"/>
          <p:cNvCxnSpPr/>
          <p:nvPr>
            <p:custDataLst>
              <p:tags r:id="rId9"/>
            </p:custDataLst>
          </p:nvPr>
        </p:nvCxnSpPr>
        <p:spPr>
          <a:xfrm flipH="1" flipV="1">
            <a:off x="2335530" y="1772920"/>
            <a:ext cx="720725" cy="1441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左弧形箭头 13"/>
          <p:cNvSpPr/>
          <p:nvPr/>
        </p:nvSpPr>
        <p:spPr>
          <a:xfrm rot="10800000">
            <a:off x="4279900" y="4293235"/>
            <a:ext cx="431800" cy="935990"/>
          </a:xfrm>
          <a:prstGeom prst="curvedRightArrow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1831340" y="537337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转台</a:t>
            </a:r>
            <a:endParaRPr lang="zh-CN" altLang="en-US" b="1"/>
          </a:p>
        </p:txBody>
      </p:sp>
      <p:cxnSp>
        <p:nvCxnSpPr>
          <p:cNvPr id="20" name="直接箭头连接符 19"/>
          <p:cNvCxnSpPr/>
          <p:nvPr>
            <p:custDataLst>
              <p:tags r:id="rId11"/>
            </p:custDataLst>
          </p:nvPr>
        </p:nvCxnSpPr>
        <p:spPr>
          <a:xfrm flipV="1">
            <a:off x="2479675" y="4725670"/>
            <a:ext cx="791845" cy="7918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7088505" y="342074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热成像</a:t>
            </a:r>
            <a:endParaRPr lang="zh-CN" altLang="en-US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16965" y="3356610"/>
            <a:ext cx="2878455" cy="216598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332865" y="2780030"/>
            <a:ext cx="647700" cy="720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765300" y="1556385"/>
            <a:ext cx="1800225" cy="2376170"/>
            <a:chOff x="7653" y="2792"/>
            <a:chExt cx="2835" cy="3742"/>
          </a:xfrm>
        </p:grpSpPr>
        <p:sp>
          <p:nvSpPr>
            <p:cNvPr id="5" name="矩形 4"/>
            <p:cNvSpPr/>
            <p:nvPr>
              <p:custDataLst>
                <p:tags r:id="rId3"/>
              </p:custDataLst>
            </p:nvPr>
          </p:nvSpPr>
          <p:spPr>
            <a:xfrm>
              <a:off x="7653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7880" y="2792"/>
              <a:ext cx="2608" cy="374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scene3d>
              <a:camera prst="perspectiveRight">
                <a:rot lat="300000" lon="18600000" rev="0"/>
              </a:camera>
              <a:lightRig rig="threePt" dir="t"/>
            </a:scene3d>
            <a:sp3d extrusionH="76200" contourW="12700">
              <a:extrusionClr>
                <a:schemeClr val="bg2">
                  <a:lumMod val="50000"/>
                </a:schemeClr>
              </a:extrusionClr>
              <a:contourClr>
                <a:schemeClr val="bg2">
                  <a:lumMod val="50000"/>
                </a:schemeClr>
              </a:contourClr>
            </a:sp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5"/>
              </p:custDataLst>
            </p:nvPr>
          </p:nvSpPr>
          <p:spPr>
            <a:xfrm>
              <a:off x="8399" y="3076"/>
              <a:ext cx="1441" cy="3092"/>
            </a:xfrm>
            <a:prstGeom prst="rect">
              <a:avLst/>
            </a:prstGeom>
            <a:effectLst>
              <a:innerShdw blurRad="114300">
                <a:prstClr val="black"/>
              </a:innerShdw>
              <a:softEdge rad="31750"/>
            </a:effectLst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0" name="直接箭头连接符 9"/>
          <p:cNvCxnSpPr/>
          <p:nvPr/>
        </p:nvCxnSpPr>
        <p:spPr>
          <a:xfrm flipV="1">
            <a:off x="2773045" y="2419985"/>
            <a:ext cx="1080770" cy="2336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853180" y="227647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样品材料</a:t>
            </a:r>
            <a:endParaRPr lang="zh-CN" altLang="en-US" b="1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651500" y="2276475"/>
            <a:ext cx="1717675" cy="121285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8"/>
            </p:custDataLst>
          </p:nvPr>
        </p:nvSpPr>
        <p:spPr>
          <a:xfrm>
            <a:off x="323215" y="1556385"/>
            <a:ext cx="1156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加热装置</a:t>
            </a:r>
            <a:endParaRPr lang="zh-CN" altLang="en-US" b="1"/>
          </a:p>
        </p:txBody>
      </p:sp>
      <p:cxnSp>
        <p:nvCxnSpPr>
          <p:cNvPr id="13" name="直接箭头连接符 12"/>
          <p:cNvCxnSpPr/>
          <p:nvPr>
            <p:custDataLst>
              <p:tags r:id="rId9"/>
            </p:custDataLst>
          </p:nvPr>
        </p:nvCxnSpPr>
        <p:spPr>
          <a:xfrm flipH="1" flipV="1">
            <a:off x="1330960" y="1916430"/>
            <a:ext cx="720725" cy="1441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左弧形箭头 13"/>
          <p:cNvSpPr/>
          <p:nvPr/>
        </p:nvSpPr>
        <p:spPr>
          <a:xfrm rot="10800000">
            <a:off x="3275330" y="4436745"/>
            <a:ext cx="431800" cy="935990"/>
          </a:xfrm>
          <a:prstGeom prst="curvedRightArrow">
            <a:avLst/>
          </a:prstGeom>
          <a:solidFill>
            <a:srgbClr val="0070C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826770" y="5516880"/>
            <a:ext cx="89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转台</a:t>
            </a:r>
            <a:endParaRPr lang="zh-CN" altLang="en-US" b="1"/>
          </a:p>
        </p:txBody>
      </p:sp>
      <p:cxnSp>
        <p:nvCxnSpPr>
          <p:cNvPr id="20" name="直接箭头连接符 19"/>
          <p:cNvCxnSpPr/>
          <p:nvPr>
            <p:custDataLst>
              <p:tags r:id="rId11"/>
            </p:custDataLst>
          </p:nvPr>
        </p:nvCxnSpPr>
        <p:spPr>
          <a:xfrm flipV="1">
            <a:off x="1475105" y="4869180"/>
            <a:ext cx="791845" cy="7918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6083935" y="3564255"/>
            <a:ext cx="1170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热成像</a:t>
            </a:r>
            <a:endParaRPr lang="zh-CN" altLang="en-US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commondata" val="eyJoZGlkIjoiZjE1YmYzYWE0MDE2MTVhZDJkYWNmMjRlOWFkNGQ4YTU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Arial Unicode MS</vt:lpstr>
      <vt:lpstr>Calibri</vt:lpstr>
      <vt:lpstr>默认设计模板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November Rain</cp:lastModifiedBy>
  <cp:revision>16</cp:revision>
  <dcterms:created xsi:type="dcterms:W3CDTF">2023-11-08T05:48:00Z</dcterms:created>
  <dcterms:modified xsi:type="dcterms:W3CDTF">2023-11-10T05:25:07Z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2052-12.1.0.15933</vt:lpwstr>
  </property>
  <property fmtid="{D5CDD505-2E9C-101B-9397-08002B2CF9AE}" pid="3" name="ICV">
    <vt:lpwstr>5B1CE518F9594A8F9185252C29DA3543_12</vt:lpwstr>
  </property>
</Properties>
</file>