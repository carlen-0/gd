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7" r:id="rId3"/>
    <p:sldId id="863" r:id="rId5"/>
    <p:sldId id="904" r:id="rId6"/>
    <p:sldId id="907" r:id="rId7"/>
    <p:sldId id="909" r:id="rId8"/>
    <p:sldId id="910" r:id="rId9"/>
    <p:sldId id="911" r:id="rId10"/>
    <p:sldId id="912" r:id="rId11"/>
    <p:sldId id="908" r:id="rId12"/>
    <p:sldId id="913" r:id="rId13"/>
    <p:sldId id="914" r:id="rId14"/>
    <p:sldId id="917" r:id="rId15"/>
    <p:sldId id="918" r:id="rId16"/>
    <p:sldId id="266" r:id="rId17"/>
  </p:sldIdLst>
  <p:sldSz cx="14399895" cy="8099425"/>
  <p:notesSz cx="6858000" cy="9144000"/>
  <p:custDataLst>
    <p:tags r:id="rId21"/>
  </p:custDataLst>
  <p:defaultTextStyle>
    <a:defPPr>
      <a:defRPr lang="zh-CN"/>
    </a:defPPr>
    <a:lvl1pPr marL="0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1pPr>
    <a:lvl2pPr marL="601345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2pPr>
    <a:lvl3pPr marL="1203325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3pPr>
    <a:lvl4pPr marL="1804670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4pPr>
    <a:lvl5pPr marL="2406650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5pPr>
    <a:lvl6pPr marL="3007995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6pPr>
    <a:lvl7pPr marL="3609975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7pPr>
    <a:lvl8pPr marL="4211320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8pPr>
    <a:lvl9pPr marL="4813300" algn="l" defTabSz="1203325" rtl="0" eaLnBrk="1" latinLnBrk="0" hangingPunct="1">
      <a:defRPr sz="234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03" userDrawn="1">
          <p15:clr>
            <a:srgbClr val="A4A3A4"/>
          </p15:clr>
        </p15:guide>
        <p15:guide id="4" pos="4544" userDrawn="1">
          <p15:clr>
            <a:srgbClr val="A4A3A4"/>
          </p15:clr>
        </p15:guide>
        <p15:guide id="3" orient="horz" pos="33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8D8"/>
    <a:srgbClr val="FFFFFF"/>
    <a:srgbClr val="007DC2"/>
    <a:srgbClr val="E6E6E6"/>
    <a:srgbClr val="CA0915"/>
    <a:srgbClr val="C4D82D"/>
    <a:srgbClr val="00004F"/>
    <a:srgbClr val="A01323"/>
    <a:srgbClr val="595757"/>
    <a:srgbClr val="007D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>
        <p:scale>
          <a:sx n="75" d="100"/>
          <a:sy n="75" d="100"/>
        </p:scale>
        <p:origin x="-1218" y="-510"/>
      </p:cViewPr>
      <p:guideLst>
        <p:guide orient="horz" pos="2603"/>
        <p:guide pos="4544"/>
        <p:guide orient="horz" pos="334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9" d="100"/>
          <a:sy n="99" d="100"/>
        </p:scale>
        <p:origin x="271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33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528431-B39A-4CC4-9B2F-3F84F3EE1F2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44D69D-3C03-441F-8E5D-5A29298ED13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-1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63993" y="1529432"/>
            <a:ext cx="6840169" cy="1736127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63993" y="3603034"/>
            <a:ext cx="6713097" cy="206985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6013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033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046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066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0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11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13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 descr="未标题-1.png"/>
          <p:cNvPicPr>
            <a:picLocks noChangeAspect="1"/>
          </p:cNvPicPr>
          <p:nvPr userDrawn="1"/>
        </p:nvPicPr>
        <p:blipFill>
          <a:blip r:embed="rId2" cstate="print"/>
          <a:srcRect r="1055" b="2344"/>
          <a:stretch>
            <a:fillRect/>
          </a:stretch>
        </p:blipFill>
        <p:spPr>
          <a:xfrm>
            <a:off x="4607819" y="3032430"/>
            <a:ext cx="9792394" cy="50669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3362" y="1"/>
            <a:ext cx="12241360" cy="665336"/>
          </a:xfrm>
          <a:prstGeom prst="rect">
            <a:avLst/>
          </a:prstGeom>
        </p:spPr>
        <p:txBody>
          <a:bodyPr anchor="ctr"/>
          <a:lstStyle>
            <a:lvl1pPr algn="l">
              <a:defRPr sz="2800">
                <a:solidFill>
                  <a:schemeClr val="accent6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62013" y="953368"/>
            <a:ext cx="12818190" cy="6281744"/>
          </a:xfrm>
          <a:prstGeom prst="rect">
            <a:avLst/>
          </a:prstGeom>
        </p:spPr>
        <p:txBody>
          <a:bodyPr/>
          <a:lstStyle>
            <a:lvl1pPr>
              <a:buNone/>
              <a:defRPr sz="4400" b="0">
                <a:solidFill>
                  <a:schemeClr val="tx2"/>
                </a:solidFill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 descr="高德智感logo中英文常规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2816730" y="7452826"/>
            <a:ext cx="1224136" cy="4527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4400213" cy="80994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37519" y="5204631"/>
            <a:ext cx="12240181" cy="1608636"/>
          </a:xfrm>
          <a:prstGeom prst="rect">
            <a:avLst/>
          </a:prstGeom>
        </p:spPr>
        <p:txBody>
          <a:bodyPr anchor="t"/>
          <a:lstStyle>
            <a:lvl1pPr algn="l">
              <a:defRPr sz="5245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7519" y="3432884"/>
            <a:ext cx="12240181" cy="1771749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620">
                <a:solidFill>
                  <a:schemeClr val="tx1">
                    <a:tint val="75000"/>
                  </a:schemeClr>
                </a:solidFill>
              </a:defRPr>
            </a:lvl1pPr>
            <a:lvl2pPr marL="601345" indent="0">
              <a:buNone/>
              <a:defRPr sz="2340">
                <a:solidFill>
                  <a:schemeClr val="tx1">
                    <a:tint val="75000"/>
                  </a:schemeClr>
                </a:solidFill>
              </a:defRPr>
            </a:lvl2pPr>
            <a:lvl3pPr marL="1203325" indent="0">
              <a:buNone/>
              <a:defRPr sz="2125">
                <a:solidFill>
                  <a:schemeClr val="tx1">
                    <a:tint val="75000"/>
                  </a:schemeClr>
                </a:solidFill>
              </a:defRPr>
            </a:lvl3pPr>
            <a:lvl4pPr marL="180467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4pPr>
            <a:lvl5pPr marL="240665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5pPr>
            <a:lvl6pPr marL="300799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6pPr>
            <a:lvl7pPr marL="3609975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7pPr>
            <a:lvl8pPr marL="421132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8pPr>
            <a:lvl9pPr marL="4813300" indent="0">
              <a:buNone/>
              <a:defRPr sz="1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20011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20108" y="1889866"/>
            <a:ext cx="6360094" cy="5345246"/>
          </a:xfrm>
          <a:prstGeom prst="rect">
            <a:avLst/>
          </a:prstGeom>
        </p:spPr>
        <p:txBody>
          <a:bodyPr/>
          <a:lstStyle>
            <a:lvl1pPr>
              <a:defRPr sz="3685"/>
            </a:lvl1pPr>
            <a:lvl2pPr>
              <a:defRPr sz="3190"/>
            </a:lvl2pPr>
            <a:lvl3pPr>
              <a:defRPr sz="2620"/>
            </a:lvl3pPr>
            <a:lvl4pPr>
              <a:defRPr sz="2340"/>
            </a:lvl4pPr>
            <a:lvl5pPr>
              <a:defRPr sz="2340"/>
            </a:lvl5pPr>
            <a:lvl6pPr>
              <a:defRPr sz="2340"/>
            </a:lvl6pPr>
            <a:lvl7pPr>
              <a:defRPr sz="2340"/>
            </a:lvl7pPr>
            <a:lvl8pPr>
              <a:defRPr sz="2340"/>
            </a:lvl8pPr>
            <a:lvl9pPr>
              <a:defRPr sz="234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0011" y="1812997"/>
            <a:ext cx="6362595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20011" y="2568569"/>
            <a:ext cx="6362595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7315110" y="1812997"/>
            <a:ext cx="6365094" cy="75557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190" b="1"/>
            </a:lvl1pPr>
            <a:lvl2pPr marL="601345" indent="0">
              <a:buNone/>
              <a:defRPr sz="2620" b="1"/>
            </a:lvl2pPr>
            <a:lvl3pPr marL="1203325" indent="0">
              <a:buNone/>
              <a:defRPr sz="2340" b="1"/>
            </a:lvl3pPr>
            <a:lvl4pPr marL="1804670" indent="0">
              <a:buNone/>
              <a:defRPr sz="2125" b="1"/>
            </a:lvl4pPr>
            <a:lvl5pPr marL="2406650" indent="0">
              <a:buNone/>
              <a:defRPr sz="2125" b="1"/>
            </a:lvl5pPr>
            <a:lvl6pPr marL="3007995" indent="0">
              <a:buNone/>
              <a:defRPr sz="2125" b="1"/>
            </a:lvl6pPr>
            <a:lvl7pPr marL="3609975" indent="0">
              <a:buNone/>
              <a:defRPr sz="2125" b="1"/>
            </a:lvl7pPr>
            <a:lvl8pPr marL="4211320" indent="0">
              <a:buNone/>
              <a:defRPr sz="2125" b="1"/>
            </a:lvl8pPr>
            <a:lvl9pPr marL="4813300" indent="0">
              <a:buNone/>
              <a:defRPr sz="2125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7315110" y="2568569"/>
            <a:ext cx="6365094" cy="4666544"/>
          </a:xfrm>
          <a:prstGeom prst="rect">
            <a:avLst/>
          </a:prstGeom>
        </p:spPr>
        <p:txBody>
          <a:bodyPr/>
          <a:lstStyle>
            <a:lvl1pPr>
              <a:defRPr sz="3190"/>
            </a:lvl1pPr>
            <a:lvl2pPr>
              <a:defRPr sz="2620"/>
            </a:lvl2pPr>
            <a:lvl3pPr>
              <a:defRPr sz="2340"/>
            </a:lvl3pPr>
            <a:lvl4pPr>
              <a:defRPr sz="2125"/>
            </a:lvl4pPr>
            <a:lvl5pPr>
              <a:defRPr sz="2125"/>
            </a:lvl5pPr>
            <a:lvl6pPr>
              <a:defRPr sz="2125"/>
            </a:lvl6pPr>
            <a:lvl7pPr>
              <a:defRPr sz="2125"/>
            </a:lvl7pPr>
            <a:lvl8pPr>
              <a:defRPr sz="2125"/>
            </a:lvl8pPr>
            <a:lvl9pPr>
              <a:defRPr sz="21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3" y="322478"/>
            <a:ext cx="4737571" cy="1372403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30084" y="322477"/>
            <a:ext cx="8050119" cy="6912635"/>
          </a:xfrm>
          <a:prstGeom prst="rect">
            <a:avLst/>
          </a:prstGeom>
        </p:spPr>
        <p:txBody>
          <a:bodyPr/>
          <a:lstStyle>
            <a:lvl1pPr>
              <a:defRPr sz="4180"/>
            </a:lvl1pPr>
            <a:lvl2pPr>
              <a:defRPr sz="3685"/>
            </a:lvl2pPr>
            <a:lvl3pPr>
              <a:defRPr sz="3190"/>
            </a:lvl3pPr>
            <a:lvl4pPr>
              <a:defRPr sz="2620"/>
            </a:lvl4pPr>
            <a:lvl5pPr>
              <a:defRPr sz="2620"/>
            </a:lvl5pPr>
            <a:lvl6pPr>
              <a:defRPr sz="2620"/>
            </a:lvl6pPr>
            <a:lvl7pPr>
              <a:defRPr sz="2620"/>
            </a:lvl7pPr>
            <a:lvl8pPr>
              <a:defRPr sz="2620"/>
            </a:lvl8pPr>
            <a:lvl9pPr>
              <a:defRPr sz="262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20013" y="1694881"/>
            <a:ext cx="4737571" cy="554023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 txBox="1"/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22543" y="5669598"/>
            <a:ext cx="8640128" cy="669328"/>
          </a:xfrm>
          <a:prstGeom prst="rect">
            <a:avLst/>
          </a:prstGeom>
        </p:spPr>
        <p:txBody>
          <a:bodyPr anchor="b"/>
          <a:lstStyle>
            <a:lvl1pPr algn="l">
              <a:defRPr sz="262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822543" y="723699"/>
            <a:ext cx="8640128" cy="48596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180"/>
            </a:lvl1pPr>
            <a:lvl2pPr marL="601345" indent="0">
              <a:buNone/>
              <a:defRPr sz="3685"/>
            </a:lvl2pPr>
            <a:lvl3pPr marL="1203325" indent="0">
              <a:buNone/>
              <a:defRPr sz="3190"/>
            </a:lvl3pPr>
            <a:lvl4pPr marL="1804670" indent="0">
              <a:buNone/>
              <a:defRPr sz="2620"/>
            </a:lvl4pPr>
            <a:lvl5pPr marL="2406650" indent="0">
              <a:buNone/>
              <a:defRPr sz="2620"/>
            </a:lvl5pPr>
            <a:lvl6pPr marL="3007995" indent="0">
              <a:buNone/>
              <a:defRPr sz="2620"/>
            </a:lvl6pPr>
            <a:lvl7pPr marL="3609975" indent="0">
              <a:buNone/>
              <a:defRPr sz="2620"/>
            </a:lvl7pPr>
            <a:lvl8pPr marL="4211320" indent="0">
              <a:buNone/>
              <a:defRPr sz="2620"/>
            </a:lvl8pPr>
            <a:lvl9pPr marL="4813300" indent="0">
              <a:buNone/>
              <a:defRPr sz="262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822543" y="6338926"/>
            <a:ext cx="8640128" cy="9505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40"/>
            </a:lvl1pPr>
            <a:lvl2pPr marL="601345" indent="0">
              <a:buNone/>
              <a:defRPr sz="1560"/>
            </a:lvl2pPr>
            <a:lvl3pPr marL="1203325" indent="0">
              <a:buNone/>
              <a:defRPr sz="1345"/>
            </a:lvl3pPr>
            <a:lvl4pPr marL="1804670" indent="0">
              <a:buNone/>
              <a:defRPr sz="1205"/>
            </a:lvl4pPr>
            <a:lvl5pPr marL="2406650" indent="0">
              <a:buNone/>
              <a:defRPr sz="1205"/>
            </a:lvl5pPr>
            <a:lvl6pPr marL="3007995" indent="0">
              <a:buNone/>
              <a:defRPr sz="1205"/>
            </a:lvl6pPr>
            <a:lvl7pPr marL="3609975" indent="0">
              <a:buNone/>
              <a:defRPr sz="1205"/>
            </a:lvl7pPr>
            <a:lvl8pPr marL="4211320" indent="0">
              <a:buNone/>
              <a:defRPr sz="1205"/>
            </a:lvl8pPr>
            <a:lvl9pPr marL="4813300" indent="0">
              <a:buNone/>
              <a:defRPr sz="120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 txBox="1"/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0011" y="324353"/>
            <a:ext cx="12960192" cy="1349904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1889866"/>
            <a:ext cx="12960192" cy="534524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sp>
        <p:nvSpPr>
          <p:cNvPr id="7" name="页脚占位符 4"/>
          <p:cNvSpPr txBox="1"/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0440154" y="324354"/>
            <a:ext cx="3240048" cy="691076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20011" y="324354"/>
            <a:ext cx="9480140" cy="691076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20011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A9A5481D-1841-4C7B-A614-17B81A6372D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920073" y="7506968"/>
            <a:ext cx="4560067" cy="431219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320152" y="7506968"/>
            <a:ext cx="3360050" cy="431219"/>
          </a:xfrm>
          <a:prstGeom prst="rect">
            <a:avLst/>
          </a:prstGeom>
        </p:spPr>
        <p:txBody>
          <a:bodyPr/>
          <a:lstStyle/>
          <a:p>
            <a:fld id="{40DE7F6F-8D3E-43DB-B6E3-DEA4039993CB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 txBox="1"/>
          <p:nvPr userDrawn="1"/>
        </p:nvSpPr>
        <p:spPr>
          <a:xfrm>
            <a:off x="12600706" y="161280"/>
            <a:ext cx="4560067" cy="43121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www.guideir.cn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793" y="0"/>
            <a:ext cx="14400213" cy="66533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页脚占位符 4"/>
          <p:cNvSpPr txBox="1"/>
          <p:nvPr userDrawn="1"/>
        </p:nvSpPr>
        <p:spPr>
          <a:xfrm>
            <a:off x="12681791" y="233287"/>
            <a:ext cx="1647107" cy="432049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1203325" rtl="0" eaLnBrk="1" latinLnBrk="0" hangingPunct="1">
              <a:defRPr sz="12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0134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332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0467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0665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0799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09975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1132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13300" algn="l" defTabSz="1203325" rtl="0" eaLnBrk="1" latinLnBrk="0" hangingPunct="1">
              <a:defRPr sz="234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 smtClean="0"/>
              <a:t>www.guideir.com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1203325" rtl="0" eaLnBrk="1" latinLnBrk="0" hangingPunct="1">
        <a:spcBef>
          <a:spcPct val="0"/>
        </a:spcBef>
        <a:buNone/>
        <a:defRPr sz="58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1485" indent="-451485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4180" kern="1200">
          <a:solidFill>
            <a:schemeClr val="tx1"/>
          </a:solidFill>
          <a:latin typeface="+mn-lt"/>
          <a:ea typeface="+mn-ea"/>
          <a:cs typeface="+mn-cs"/>
        </a:defRPr>
      </a:lvl1pPr>
      <a:lvl2pPr marL="977900" indent="-375920" algn="l" defTabSz="1203325" rtl="0" eaLnBrk="1" latinLnBrk="0" hangingPunct="1">
        <a:spcBef>
          <a:spcPct val="20000"/>
        </a:spcBef>
        <a:buFont typeface="Arial" panose="020B0604020202020204" pitchFamily="34" charset="0"/>
        <a:buChar char="–"/>
        <a:defRPr sz="3685" kern="1200">
          <a:solidFill>
            <a:schemeClr val="tx1"/>
          </a:solidFill>
          <a:latin typeface="+mn-lt"/>
          <a:ea typeface="+mn-ea"/>
          <a:cs typeface="+mn-cs"/>
        </a:defRPr>
      </a:lvl2pPr>
      <a:lvl3pPr marL="150431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3190" kern="1200">
          <a:solidFill>
            <a:schemeClr val="tx1"/>
          </a:solidFill>
          <a:latin typeface="+mn-lt"/>
          <a:ea typeface="+mn-ea"/>
          <a:cs typeface="+mn-cs"/>
        </a:defRPr>
      </a:lvl3pPr>
      <a:lvl4pPr marL="210566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–"/>
        <a:defRPr sz="2620" kern="1200">
          <a:solidFill>
            <a:schemeClr val="tx1"/>
          </a:solidFill>
          <a:latin typeface="+mn-lt"/>
          <a:ea typeface="+mn-ea"/>
          <a:cs typeface="+mn-cs"/>
        </a:defRPr>
      </a:lvl4pPr>
      <a:lvl5pPr marL="270764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»"/>
        <a:defRPr sz="2620" kern="1200">
          <a:solidFill>
            <a:schemeClr val="tx1"/>
          </a:solidFill>
          <a:latin typeface="+mn-lt"/>
          <a:ea typeface="+mn-ea"/>
          <a:cs typeface="+mn-cs"/>
        </a:defRPr>
      </a:lvl5pPr>
      <a:lvl6pPr marL="330898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6pPr>
      <a:lvl7pPr marL="3910965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7pPr>
      <a:lvl8pPr marL="451231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8pPr>
      <a:lvl9pPr marL="5114290" indent="-300990" algn="l" defTabSz="1203325" rtl="0" eaLnBrk="1" latinLnBrk="0" hangingPunct="1">
        <a:spcBef>
          <a:spcPct val="2000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60134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20332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80467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40665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00799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609975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21132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813300" algn="l" defTabSz="120332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tags" Target="../tags/tag2.xml"/><Relationship Id="rId2" Type="http://schemas.openxmlformats.org/officeDocument/2006/relationships/image" Target="../media/image5.pn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.png"/><Relationship Id="rId3" Type="http://schemas.openxmlformats.org/officeDocument/2006/relationships/tags" Target="../tags/tag5.xml"/><Relationship Id="rId2" Type="http://schemas.openxmlformats.org/officeDocument/2006/relationships/image" Target="../media/image8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.png"/><Relationship Id="rId3" Type="http://schemas.openxmlformats.org/officeDocument/2006/relationships/tags" Target="../tags/tag7.xml"/><Relationship Id="rId2" Type="http://schemas.openxmlformats.org/officeDocument/2006/relationships/image" Target="../media/image10.png"/><Relationship Id="rId1" Type="http://schemas.openxmlformats.org/officeDocument/2006/relationships/tags" Target="../tags/tag6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5.png"/><Relationship Id="rId7" Type="http://schemas.openxmlformats.org/officeDocument/2006/relationships/tags" Target="../tags/tag11.xml"/><Relationship Id="rId6" Type="http://schemas.openxmlformats.org/officeDocument/2006/relationships/image" Target="../media/image14.png"/><Relationship Id="rId5" Type="http://schemas.openxmlformats.org/officeDocument/2006/relationships/tags" Target="../tags/tag10.xml"/><Relationship Id="rId4" Type="http://schemas.openxmlformats.org/officeDocument/2006/relationships/image" Target="../media/image13.png"/><Relationship Id="rId3" Type="http://schemas.openxmlformats.org/officeDocument/2006/relationships/tags" Target="../tags/tag9.xml"/><Relationship Id="rId2" Type="http://schemas.openxmlformats.org/officeDocument/2006/relationships/image" Target="../media/image12.png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png"/><Relationship Id="rId7" Type="http://schemas.openxmlformats.org/officeDocument/2006/relationships/tags" Target="../tags/tag15.xml"/><Relationship Id="rId6" Type="http://schemas.openxmlformats.org/officeDocument/2006/relationships/image" Target="../media/image18.png"/><Relationship Id="rId5" Type="http://schemas.openxmlformats.org/officeDocument/2006/relationships/tags" Target="../tags/tag14.xml"/><Relationship Id="rId4" Type="http://schemas.openxmlformats.org/officeDocument/2006/relationships/image" Target="../media/image17.png"/><Relationship Id="rId3" Type="http://schemas.openxmlformats.org/officeDocument/2006/relationships/tags" Target="../tags/tag13.xml"/><Relationship Id="rId2" Type="http://schemas.openxmlformats.org/officeDocument/2006/relationships/image" Target="../media/image16.png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tags" Target="../tags/tag18.xml"/><Relationship Id="rId4" Type="http://schemas.openxmlformats.org/officeDocument/2006/relationships/image" Target="../media/image21.png"/><Relationship Id="rId3" Type="http://schemas.openxmlformats.org/officeDocument/2006/relationships/tags" Target="../tags/tag17.xml"/><Relationship Id="rId2" Type="http://schemas.openxmlformats.org/officeDocument/2006/relationships/image" Target="../media/image20.png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4.png"/><Relationship Id="rId3" Type="http://schemas.openxmlformats.org/officeDocument/2006/relationships/tags" Target="../tags/tag20.xml"/><Relationship Id="rId2" Type="http://schemas.openxmlformats.org/officeDocument/2006/relationships/image" Target="../media/image23.png"/><Relationship Id="rId1" Type="http://schemas.openxmlformats.org/officeDocument/2006/relationships/tags" Target="../tags/tag19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6.png"/><Relationship Id="rId3" Type="http://schemas.openxmlformats.org/officeDocument/2006/relationships/tags" Target="../tags/tag22.xml"/><Relationship Id="rId2" Type="http://schemas.openxmlformats.org/officeDocument/2006/relationships/image" Target="../media/image25.png"/><Relationship Id="rId1" Type="http://schemas.openxmlformats.org/officeDocument/2006/relationships/tags" Target="../tags/tag21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8.png"/><Relationship Id="rId3" Type="http://schemas.openxmlformats.org/officeDocument/2006/relationships/tags" Target="../tags/tag24.xml"/><Relationship Id="rId2" Type="http://schemas.openxmlformats.org/officeDocument/2006/relationships/image" Target="../media/image27.png"/><Relationship Id="rId1" Type="http://schemas.openxmlformats.org/officeDocument/2006/relationships/tags" Target="../tags/tag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tags" Target="../tags/tag27.xml"/><Relationship Id="rId4" Type="http://schemas.openxmlformats.org/officeDocument/2006/relationships/image" Target="../media/image31.png"/><Relationship Id="rId3" Type="http://schemas.openxmlformats.org/officeDocument/2006/relationships/tags" Target="../tags/tag26.xml"/><Relationship Id="rId2" Type="http://schemas.openxmlformats.org/officeDocument/2006/relationships/image" Target="../media/image30.png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image" Target="../media/image35.png"/><Relationship Id="rId7" Type="http://schemas.openxmlformats.org/officeDocument/2006/relationships/tags" Target="../tags/tag31.xml"/><Relationship Id="rId6" Type="http://schemas.openxmlformats.org/officeDocument/2006/relationships/image" Target="../media/image34.png"/><Relationship Id="rId5" Type="http://schemas.openxmlformats.org/officeDocument/2006/relationships/tags" Target="../tags/tag30.xml"/><Relationship Id="rId4" Type="http://schemas.openxmlformats.org/officeDocument/2006/relationships/image" Target="../media/image33.png"/><Relationship Id="rId3" Type="http://schemas.openxmlformats.org/officeDocument/2006/relationships/tags" Target="../tags/tag29.xml"/><Relationship Id="rId2" Type="http://schemas.openxmlformats.org/officeDocument/2006/relationships/image" Target="../media/image31.png"/><Relationship Id="rId12" Type="http://schemas.openxmlformats.org/officeDocument/2006/relationships/notesSlide" Target="../notesSlides/notesSlide2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36.png"/><Relationship Id="rId1" Type="http://schemas.openxmlformats.org/officeDocument/2006/relationships/tags" Target="../tags/tag2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408" y="0"/>
            <a:ext cx="14398978" cy="80994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686" y="6497984"/>
            <a:ext cx="2387004" cy="792088"/>
          </a:xfrm>
          <a:prstGeom prst="rect">
            <a:avLst/>
          </a:prstGeom>
        </p:spPr>
      </p:pic>
      <p:sp>
        <p:nvSpPr>
          <p:cNvPr id="12" name="Text Box 15"/>
          <p:cNvSpPr txBox="1">
            <a:spLocks noChangeArrowheads="1"/>
          </p:cNvSpPr>
          <p:nvPr/>
        </p:nvSpPr>
        <p:spPr bwMode="auto">
          <a:xfrm>
            <a:off x="1904038" y="2465283"/>
            <a:ext cx="3032125" cy="583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sz="3200" b="1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红点瞄准镜基础</a:t>
            </a:r>
            <a:endParaRPr lang="zh-CN" sz="3200" b="1" dirty="0" smtClean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903662" y="3545656"/>
            <a:ext cx="149225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李杰</a:t>
            </a:r>
            <a:endParaRPr 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20230621</a:t>
            </a:r>
            <a:endParaRPr lang="en-US" altLang="zh-CN" sz="2400" b="1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  <p:tav tm="0">
                                          <p:val>
                                            <p:clrVal>
                                              <a:schemeClr val="bg1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19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红点瞄准镜结构</a:t>
            </a:r>
            <a:endParaRPr lang="zh-CN" altLang="en-US" dirty="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647065" y="1384935"/>
            <a:ext cx="5422900" cy="3629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767830" y="1601470"/>
            <a:ext cx="4670425" cy="34201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110" y="5201920"/>
            <a:ext cx="6600825" cy="2514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红点瞄准镜光学原理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959860" y="1025525"/>
            <a:ext cx="6096000" cy="40957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15167" b="13352"/>
          <a:stretch>
            <a:fillRect/>
          </a:stretch>
        </p:blipFill>
        <p:spPr>
          <a:xfrm>
            <a:off x="3021965" y="5201920"/>
            <a:ext cx="8355330" cy="23761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全息瞄准镜光学原理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12545" y="1795145"/>
            <a:ext cx="5365115" cy="44538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983730" y="1788795"/>
            <a:ext cx="6056630" cy="4460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AIMPOINT</a:t>
            </a:r>
            <a:r>
              <a:rPr lang="zh-CN" altLang="en-US" dirty="0">
                <a:sym typeface="+mn-ea"/>
              </a:rPr>
              <a:t>红点瞄准镜产品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919720" y="953135"/>
            <a:ext cx="5943600" cy="2505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288145" y="3689350"/>
            <a:ext cx="3409950" cy="3914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1007110" y="1241425"/>
            <a:ext cx="6029325" cy="3457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007110" y="5129530"/>
            <a:ext cx="3456940" cy="23926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95850" y="5706110"/>
            <a:ext cx="3528695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瑞典：</a:t>
            </a:r>
            <a:r>
              <a:rPr lang="en-US" altLang="zh-CN"/>
              <a:t>AIMPOINT</a:t>
            </a:r>
            <a:endParaRPr lang="en-US" altLang="zh-CN"/>
          </a:p>
          <a:p>
            <a:r>
              <a:rPr lang="zh-CN" altLang="en-US"/>
              <a:t>红点瞄准镜创始者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HoloSun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</a:t>
            </a:r>
            <a:endParaRPr lang="zh-CN" altLang="en-US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39545" y="1457960"/>
            <a:ext cx="3533775" cy="36671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00040" y="1457960"/>
            <a:ext cx="2810510" cy="412496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487410" y="1421130"/>
            <a:ext cx="2538730" cy="4132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257280" y="1465580"/>
            <a:ext cx="2279015" cy="4117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HoloSun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655445" y="1385570"/>
            <a:ext cx="3257550" cy="4029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55895" y="1385570"/>
            <a:ext cx="3276600" cy="39814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928100" y="1385570"/>
            <a:ext cx="3160395" cy="3926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HoloSun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15490" y="1385570"/>
            <a:ext cx="3505200" cy="50768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831840" y="1487170"/>
            <a:ext cx="3336290" cy="48736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艾睿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9410" y="1181735"/>
            <a:ext cx="6162675" cy="4505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624320" y="1181735"/>
            <a:ext cx="7515225" cy="39528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艾睿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03780" y="809625"/>
            <a:ext cx="8991600" cy="4114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7895" y="5057775"/>
            <a:ext cx="9183370" cy="25584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艾睿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红外结合产品规格</a:t>
            </a:r>
            <a:endParaRPr lang="en-US" altLang="zh-CN" dirty="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2807970" y="881380"/>
            <a:ext cx="8543925" cy="6276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艾睿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红外结合产品规格</a:t>
            </a:r>
            <a:endParaRPr lang="en-US" altLang="zh-CN" dirty="0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7344410" y="1097280"/>
            <a:ext cx="6810375" cy="16192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847965" y="3041650"/>
            <a:ext cx="5440680" cy="43903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03555" y="1241425"/>
            <a:ext cx="6781800" cy="5124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ym typeface="+mn-ea"/>
              </a:rPr>
              <a:t>艾睿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红点</a:t>
            </a: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红外结合产品规格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9576435" y="881380"/>
            <a:ext cx="4523740" cy="36506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936480" y="4841875"/>
            <a:ext cx="3825240" cy="309626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15265" y="665480"/>
            <a:ext cx="5977890" cy="341376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0" y="4481830"/>
            <a:ext cx="5895975" cy="35909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5687695" y="2393950"/>
            <a:ext cx="4198620" cy="29381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" y="0"/>
            <a:ext cx="14398978" cy="80994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863402" y="809352"/>
            <a:ext cx="7197725" cy="1323439"/>
          </a:xfrm>
          <a:prstGeom prst="rect">
            <a:avLst/>
          </a:prstGeom>
          <a:scene3d>
            <a:camera prst="orthographicFront">
              <a:rot lat="0" lon="0" rev="0"/>
            </a:camera>
            <a:lightRig rig="threePt" dir="t"/>
          </a:scene3d>
        </p:spPr>
        <p:txBody>
          <a:bodyPr>
            <a:spAutoFit/>
          </a:bodyPr>
          <a:lstStyle/>
          <a:p>
            <a:r>
              <a:rPr lang="en-US" altLang="zh-CN" sz="8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Thanks!</a:t>
            </a:r>
            <a:endParaRPr lang="zh-CN" altLang="en-US" sz="8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839579" y="5705896"/>
            <a:ext cx="13536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武汉高德智感科技有限公司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Wuhan Guide Sensmart Tech Co.,</a:t>
            </a:r>
            <a:r>
              <a:rPr lang="en-US" altLang="zh-CN" sz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Ltd.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39579" y="6714008"/>
            <a:ext cx="24000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  +86-27-81298783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  +86-27-81298345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879626" y="6714008"/>
            <a:ext cx="345638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   Mei@guide-infrared.com</a:t>
            </a:r>
            <a:endParaRPr lang="en-US" altLang="zh-CN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  </a:t>
            </a:r>
            <a:r>
              <a:rPr lang="en-US" altLang="zh-CN" sz="12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www.guideir.com</a:t>
            </a:r>
            <a:endParaRPr lang="zh-CN" altLang="en-US" sz="1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39579" y="6209952"/>
            <a:ext cx="135368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湖北省武汉市东湖开发区光谷大道黄龙山南路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6</a:t>
            </a:r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号，</a:t>
            </a:r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430205</a:t>
            </a:r>
            <a:endParaRPr lang="en-US" altLang="zh-CN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No.6 Huanglongshan South Rd,Wuhan,430205,P.R.China</a:t>
            </a:r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0" grpId="0"/>
    </p:bld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PP_MARK_KEY" val="7270005c-510c-4439-9647-4451fe532af1"/>
  <p:tag name="COMMONDATA" val="eyJoZGlkIjoiOGNhNTc5NTMwN2EyZWJlYWJkNmQ2NjNhMGJkNjI4MWYifQ=="/>
</p:tagLst>
</file>

<file path=ppt/theme/theme1.xml><?xml version="1.0" encoding="utf-8"?>
<a:theme xmlns:a="http://schemas.openxmlformats.org/drawingml/2006/main" name="Office 主题">
  <a:themeElements>
    <a:clrScheme name="高德智感">
      <a:dk1>
        <a:srgbClr val="000000"/>
      </a:dk1>
      <a:lt1>
        <a:srgbClr val="F5F5F5"/>
      </a:lt1>
      <a:dk2>
        <a:srgbClr val="C90915"/>
      </a:dk2>
      <a:lt2>
        <a:srgbClr val="B4B4B4"/>
      </a:lt2>
      <a:accent1>
        <a:srgbClr val="FFF100"/>
      </a:accent1>
      <a:accent2>
        <a:srgbClr val="6A258A"/>
      </a:accent2>
      <a:accent3>
        <a:srgbClr val="3D9740"/>
      </a:accent3>
      <a:accent4>
        <a:srgbClr val="E62E8B"/>
      </a:accent4>
      <a:accent5>
        <a:srgbClr val="1D50A2"/>
      </a:accent5>
      <a:accent6>
        <a:srgbClr val="FFFFFF"/>
      </a:accent6>
      <a:hlink>
        <a:srgbClr val="000099"/>
      </a:hlink>
      <a:folHlink>
        <a:srgbClr val="5F5F5F"/>
      </a:folHlink>
    </a:clrScheme>
    <a:fontScheme name="高德红外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405</Words>
  <Application>WPS 演示</Application>
  <PresentationFormat>自定义</PresentationFormat>
  <Paragraphs>46</Paragraphs>
  <Slides>14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微软雅黑 Light</vt:lpstr>
      <vt:lpstr>Arial Unicode MS</vt:lpstr>
      <vt:lpstr>等线</vt:lpstr>
      <vt:lpstr>Office 主题</vt:lpstr>
      <vt:lpstr>PowerPoint 演示文稿</vt:lpstr>
      <vt:lpstr>红点瞄准镜结构</vt:lpstr>
      <vt:lpstr>红点瞄准镜光学原理</vt:lpstr>
      <vt:lpstr>全息瞄准镜光学原理</vt:lpstr>
      <vt:lpstr>AIMPOINT红点瞄准镜产品</vt:lpstr>
      <vt:lpstr>HoloSun 红点-红外结合产品</vt:lpstr>
      <vt:lpstr>HoloSun 红点-红外结合产品</vt:lpstr>
      <vt:lpstr>HoloSun 红点-红外结合产品</vt:lpstr>
      <vt:lpstr>艾睿 红点-红外结合产品</vt:lpstr>
      <vt:lpstr>艾睿 红点-红外结合产品</vt:lpstr>
      <vt:lpstr>艾睿 红点-红外结合产品规格</vt:lpstr>
      <vt:lpstr>艾睿 红点-红外结合产品规格</vt:lpstr>
      <vt:lpstr>艾睿 红点-红外结合产品规格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voight</cp:lastModifiedBy>
  <cp:revision>1287</cp:revision>
  <dcterms:created xsi:type="dcterms:W3CDTF">2015-07-01T09:37:00Z</dcterms:created>
  <dcterms:modified xsi:type="dcterms:W3CDTF">2023-06-21T07:23:45Z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3915FFE3475B4E0697FAC09EA60592C1_13</vt:lpwstr>
  </property>
  <property fmtid="{D5CDD505-2E9C-101B-9397-08002B2CF9AE}" pid="3" name="KSOProductBuildVer">
    <vt:lpwstr>2052-11.1.0.14036</vt:lpwstr>
  </property>
</Properties>
</file>